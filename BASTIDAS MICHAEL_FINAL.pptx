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7429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88944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53066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47151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7785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89610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6478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88728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4198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94686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2154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81908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1791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99557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6210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80995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DBFEE-6C05-4A61-9123-34368A030349}" type="datetimeFigureOut">
              <a:rPr lang="es-EC" smtClean="0"/>
              <a:t>19/12/2025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0843440-439B-4616-B635-97B2BEA19A4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31107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BCA823D-6F9B-4917-B61A-C47C0C6B22ED}"/>
              </a:ext>
            </a:extLst>
          </p:cNvPr>
          <p:cNvSpPr txBox="1">
            <a:spLocks/>
          </p:cNvSpPr>
          <p:nvPr/>
        </p:nvSpPr>
        <p:spPr>
          <a:xfrm>
            <a:off x="677334" y="523461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C" b="1" dirty="0"/>
              <a:t>Descripción</a:t>
            </a:r>
            <a:r>
              <a:rPr lang="en-US" b="1" dirty="0"/>
              <a:t> del software:</a:t>
            </a:r>
          </a:p>
          <a:p>
            <a:r>
              <a:rPr lang="en-US" b="1" dirty="0"/>
              <a:t>GENERADOR SEGURO DE CONTRASEÑAS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29590F-40B1-4217-BE9F-D5633D0E8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4080" y="5152496"/>
            <a:ext cx="2896004" cy="1495634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30D515F-F7B1-4184-95C5-12359D78F5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3085313"/>
            <a:ext cx="725390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 un </a:t>
            </a: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generador de contraseñas seguras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desarrollado en Python.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 contraseñas aleatorias usando: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Letras mayúsculas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Letras minúsculas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Números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Símbolos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 el módulo “</a:t>
            </a:r>
            <a:r>
              <a:rPr kumimoji="0" lang="es-EC" altLang="es-EC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secrets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”, diseñado para </a:t>
            </a:r>
            <a:r>
              <a:rPr kumimoji="0" lang="es-EC" altLang="es-EC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”</a:t>
            </a: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seguridad criptográfica</a:t>
            </a: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06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BBA93C-1C5F-43A1-876C-9C271C489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621375" cy="3880773"/>
          </a:xfrm>
        </p:spPr>
        <p:txBody>
          <a:bodyPr/>
          <a:lstStyle/>
          <a:p>
            <a:pPr marL="0" indent="0">
              <a:buNone/>
            </a:pPr>
            <a:r>
              <a:rPr lang="es-MX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Muchas personas usan: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Contraseñas cortas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Fechas de nacimiento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Nombres o palabras comunes</a:t>
            </a:r>
          </a:p>
          <a:p>
            <a:pPr marL="0" indent="0">
              <a:buNone/>
            </a:pPr>
            <a:r>
              <a:rPr lang="es-MX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Esto facilita: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Ataques de fuerza bruta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Robo de cuentas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Pérdida de información personal o empresarial</a:t>
            </a:r>
          </a:p>
          <a:p>
            <a:endParaRPr lang="es-MX" dirty="0">
              <a:solidFill>
                <a:srgbClr val="FF0000"/>
              </a:solidFill>
            </a:endParaRPr>
          </a:p>
          <a:p>
            <a:endParaRPr lang="es-MX" dirty="0">
              <a:solidFill>
                <a:srgbClr val="FF0000"/>
              </a:solidFill>
            </a:endParaRPr>
          </a:p>
          <a:p>
            <a:endParaRPr lang="es-MX" dirty="0">
              <a:solidFill>
                <a:srgbClr val="FF0000"/>
              </a:solidFill>
            </a:endParaRPr>
          </a:p>
          <a:p>
            <a:endParaRPr lang="es-EC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BCA823D-6F9B-4917-B61A-C47C0C6B22ED}"/>
              </a:ext>
            </a:extLst>
          </p:cNvPr>
          <p:cNvSpPr txBox="1">
            <a:spLocks/>
          </p:cNvSpPr>
          <p:nvPr/>
        </p:nvSpPr>
        <p:spPr>
          <a:xfrm>
            <a:off x="677334" y="523461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29590F-40B1-4217-BE9F-D5633D0E8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4080" y="5152496"/>
            <a:ext cx="2896004" cy="1495634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BFC92A7-8657-4AFB-82BD-F6FA40C5A121}"/>
              </a:ext>
            </a:extLst>
          </p:cNvPr>
          <p:cNvSpPr txBox="1">
            <a:spLocks/>
          </p:cNvSpPr>
          <p:nvPr/>
        </p:nvSpPr>
        <p:spPr>
          <a:xfrm>
            <a:off x="829734" y="675861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MX" b="1" dirty="0"/>
              <a:t>A</a:t>
            </a:r>
            <a:r>
              <a:rPr lang="es-EC" b="1" dirty="0"/>
              <a:t>portes de este software:</a:t>
            </a:r>
            <a:endParaRPr lang="en-US" b="1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E79FBD1C-E5B7-471B-A972-DC468BB33E0F}"/>
              </a:ext>
            </a:extLst>
          </p:cNvPr>
          <p:cNvSpPr txBox="1">
            <a:spLocks/>
          </p:cNvSpPr>
          <p:nvPr/>
        </p:nvSpPr>
        <p:spPr>
          <a:xfrm>
            <a:off x="5463822" y="2038626"/>
            <a:ext cx="5621375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s-MX" dirty="0">
                <a:solidFill>
                  <a:srgbClr val="FF0000"/>
                </a:solidFill>
              </a:rPr>
              <a:t>Este software </a:t>
            </a:r>
            <a:r>
              <a:rPr lang="es-MX" b="1" dirty="0">
                <a:solidFill>
                  <a:srgbClr val="FF0000"/>
                </a:solidFill>
              </a:rPr>
              <a:t>reduce drásticamente esos riesgos</a:t>
            </a:r>
            <a:r>
              <a:rPr lang="es-MX" dirty="0">
                <a:solidFill>
                  <a:srgbClr val="FF0000"/>
                </a:solidFill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 contraseñas: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Largas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Aleatorias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Difíciles de predecir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Evita patrones comunes usados por humanos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la probabilidad de: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Hackeos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Suplantación de identidad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Accesos no autorizados</a:t>
            </a:r>
          </a:p>
          <a:p>
            <a:pPr marL="0" indent="0">
              <a:buFont typeface="Wingdings 3" charset="2"/>
              <a:buNone/>
            </a:pPr>
            <a:endParaRPr lang="es-MX" dirty="0">
              <a:solidFill>
                <a:srgbClr val="FF0000"/>
              </a:solidFill>
            </a:endParaRP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02458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BCA823D-6F9B-4917-B61A-C47C0C6B22ED}"/>
              </a:ext>
            </a:extLst>
          </p:cNvPr>
          <p:cNvSpPr txBox="1">
            <a:spLocks/>
          </p:cNvSpPr>
          <p:nvPr/>
        </p:nvSpPr>
        <p:spPr>
          <a:xfrm>
            <a:off x="677334" y="523461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29590F-40B1-4217-BE9F-D5633D0E8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4080" y="5152496"/>
            <a:ext cx="2896004" cy="149563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32772FB-9969-4A9D-BE72-5965A5BC45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9734" y="1404730"/>
            <a:ext cx="512351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Longitud mínima recomendada (≥ 8 caracteres)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Incluye distintos tipos de caracteres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Mezcla el orden de la contraseña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Manejo de errores con try/</a:t>
            </a:r>
            <a:r>
              <a:rPr kumimoji="0" lang="es-EC" altLang="es-EC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except</a:t>
            </a:r>
            <a:endParaRPr lang="es-EC" altLang="es-EC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Aplica principios reales de </a:t>
            </a:r>
            <a:r>
              <a:rPr kumimoji="0" lang="es-EC" altLang="es-EC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ciberseguridad</a:t>
            </a:r>
            <a: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348DEF5-9105-43EE-A435-751818AE029D}"/>
              </a:ext>
            </a:extLst>
          </p:cNvPr>
          <p:cNvSpPr txBox="1">
            <a:spLocks/>
          </p:cNvSpPr>
          <p:nvPr/>
        </p:nvSpPr>
        <p:spPr>
          <a:xfrm>
            <a:off x="829734" y="675861"/>
            <a:ext cx="5875866" cy="7288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MX" b="1" dirty="0"/>
              <a:t>Aspectos positivos:</a:t>
            </a:r>
            <a:endParaRPr lang="en-US" b="1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FDABBC6-05B1-4972-B2BF-FA4611ED3DB5}"/>
              </a:ext>
            </a:extLst>
          </p:cNvPr>
          <p:cNvSpPr txBox="1">
            <a:spLocks/>
          </p:cNvSpPr>
          <p:nvPr/>
        </p:nvSpPr>
        <p:spPr>
          <a:xfrm>
            <a:off x="677334" y="2935356"/>
            <a:ext cx="5875866" cy="7288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MX" b="1" dirty="0"/>
              <a:t>Valor académico:</a:t>
            </a:r>
            <a:endParaRPr lang="en-US" b="1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CCC4D2A-9571-4256-9788-FBC70B5B3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4" y="3664225"/>
            <a:ext cx="460975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EC" altLang="es-EC">
                <a:solidFill>
                  <a:schemeClr val="tx1"/>
                </a:solidFill>
                <a:latin typeface="Arial" panose="020B0604020202020204" pitchFamily="34" charset="0"/>
              </a:rPr>
              <a:t>Ayuda a aprender: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EC" altLang="es-EC">
                <a:solidFill>
                  <a:schemeClr val="tx1"/>
                </a:solidFill>
                <a:latin typeface="Arial" panose="020B0604020202020204" pitchFamily="34" charset="0"/>
              </a:rPr>
              <a:t>Programación en Python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EC" altLang="es-EC">
                <a:solidFill>
                  <a:schemeClr val="tx1"/>
                </a:solidFill>
                <a:latin typeface="Arial" panose="020B0604020202020204" pitchFamily="34" charset="0"/>
              </a:rPr>
              <a:t>Uso de librerías estándar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EC" altLang="es-EC">
                <a:solidFill>
                  <a:schemeClr val="tx1"/>
                </a:solidFill>
                <a:latin typeface="Arial" panose="020B0604020202020204" pitchFamily="34" charset="0"/>
              </a:rPr>
              <a:t>Conceptos de seguridad informática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EC" altLang="es-EC">
                <a:solidFill>
                  <a:schemeClr val="tx1"/>
                </a:solidFill>
                <a:latin typeface="Arial" panose="020B0604020202020204" pitchFamily="34" charset="0"/>
              </a:rPr>
              <a:t>Conecta la teoría con un problema real.</a:t>
            </a:r>
            <a:endParaRPr lang="es-EC" altLang="es-EC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167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4B3A1-E650-4F9B-AECB-99C52D026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GENERADOR SEGURO DE CONTRASEÑAS</a:t>
            </a:r>
            <a:br>
              <a:rPr lang="en-US" b="1" dirty="0"/>
            </a:br>
            <a:r>
              <a:rPr lang="en-US" b="1" dirty="0"/>
              <a:t>DIAGRAMA DE FLUJO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0904708-C2FB-4F1B-8C95-DE80B93C9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4080" y="5152496"/>
            <a:ext cx="2896004" cy="1495634"/>
          </a:xfrm>
          <a:prstGeom prst="rect">
            <a:avLst/>
          </a:prstGeom>
        </p:spPr>
      </p:pic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F1ADBB3-2E75-444A-91ED-F727F073E198}"/>
              </a:ext>
            </a:extLst>
          </p:cNvPr>
          <p:cNvSpPr txBox="1">
            <a:spLocks/>
          </p:cNvSpPr>
          <p:nvPr/>
        </p:nvSpPr>
        <p:spPr>
          <a:xfrm>
            <a:off x="552373" y="4100975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B32850-C591-4A13-B9E5-8D9BBFBF7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847" y="1761123"/>
            <a:ext cx="6925642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69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070"/>
    </mc:Choice>
    <mc:Fallback xmlns="">
      <p:transition spd="slow" advTm="69070"/>
    </mc:Fallback>
  </mc:AlternateContent>
  <p:extLst>
    <p:ext uri="{3A86A75C-4F4B-4683-9AE1-C65F6400EC91}">
      <p14:laserTraceLst xmlns:p14="http://schemas.microsoft.com/office/powerpoint/2010/main">
        <p14:tracePtLst>
          <p14:tracePt t="12238" x="2052638" y="788988"/>
          <p14:tracePt t="12248" x="2090738" y="850900"/>
          <p14:tracePt t="12258" x="2139950" y="889000"/>
          <p14:tracePt t="12268" x="2178050" y="925513"/>
          <p14:tracePt t="12277" x="2239963" y="1001713"/>
          <p14:tracePt t="12288" x="2339975" y="1089025"/>
          <p14:tracePt t="12296" x="2416175" y="1176338"/>
          <p14:tracePt t="12307" x="2490788" y="1238250"/>
          <p14:tracePt t="12316" x="2578100" y="1301750"/>
          <p14:tracePt t="12327" x="2716213" y="1414463"/>
          <p14:tracePt t="12337" x="2816225" y="1514475"/>
          <p14:tracePt t="12347" x="2916238" y="1601788"/>
          <p14:tracePt t="12358" x="3003550" y="1701800"/>
          <p14:tracePt t="12366" x="3103563" y="1765300"/>
          <p14:tracePt t="12377" x="3228975" y="1865313"/>
          <p14:tracePt t="12386" x="3292475" y="1939925"/>
          <p14:tracePt t="12395" x="3379788" y="2014538"/>
          <p14:tracePt t="12407" x="3441700" y="2065338"/>
          <p14:tracePt t="12416" x="3505200" y="2114550"/>
          <p14:tracePt t="12425" x="3530600" y="2127250"/>
          <p14:tracePt t="12434" x="3541713" y="2152650"/>
          <p14:tracePt t="13384" x="3579813" y="2165350"/>
          <p14:tracePt t="13393" x="3617913" y="2165350"/>
          <p14:tracePt t="13404" x="3679825" y="2178050"/>
          <p14:tracePt t="13412" x="3756025" y="2214563"/>
          <p14:tracePt t="13423" x="3930650" y="2265363"/>
          <p14:tracePt t="13431" x="4068763" y="2290763"/>
          <p14:tracePt t="13442" x="4181475" y="2314575"/>
          <p14:tracePt t="13451" x="4305300" y="2327275"/>
          <p14:tracePt t="13460" x="4418013" y="2378075"/>
          <p14:tracePt t="13472" x="4506913" y="2403475"/>
          <p14:tracePt t="13480" x="4581525" y="2439988"/>
          <p14:tracePt t="13491" x="4656138" y="2478088"/>
          <p14:tracePt t="13499" x="4732338" y="2503488"/>
          <p14:tracePt t="13510" x="4756150" y="2527300"/>
          <p14:tracePt t="13519" x="4781550" y="2540000"/>
          <p14:tracePt t="13529" x="4819650" y="2565400"/>
          <p14:tracePt t="13539" x="4832350" y="2565400"/>
          <p14:tracePt t="13549" x="4843463" y="2578100"/>
          <p14:tracePt t="13568" x="4856163" y="2578100"/>
          <p14:tracePt t="13577" x="4856163" y="2590800"/>
          <p14:tracePt t="18161" x="4856163" y="2603500"/>
          <p14:tracePt t="18170" x="4868863" y="2603500"/>
          <p14:tracePt t="18180" x="4868863" y="2616200"/>
          <p14:tracePt t="18190" x="4881563" y="2627313"/>
          <p14:tracePt t="18199" x="4881563" y="2640013"/>
          <p14:tracePt t="18208" x="4894263" y="2678113"/>
          <p14:tracePt t="18218" x="4906963" y="2703513"/>
          <p14:tracePt t="18227" x="4906963" y="2728913"/>
          <p14:tracePt t="18237" x="4919663" y="2752725"/>
          <p14:tracePt t="18246" x="4932363" y="2778125"/>
          <p14:tracePt t="18256" x="4945063" y="2790825"/>
          <p14:tracePt t="18265" x="4945063" y="2803525"/>
          <p14:tracePt t="18275" x="4956175" y="2816225"/>
          <p14:tracePt t="18285" x="4956175" y="2828925"/>
          <p14:tracePt t="18295" x="4968875" y="2852738"/>
          <p14:tracePt t="18305" x="4981575" y="2865438"/>
          <p14:tracePt t="18315" x="4981575" y="2878138"/>
          <p14:tracePt t="18324" x="5006975" y="2916238"/>
          <p14:tracePt t="18334" x="5019675" y="2928938"/>
          <p14:tracePt t="18343" x="5032375" y="2952750"/>
          <p14:tracePt t="18354" x="5057775" y="2978150"/>
          <p14:tracePt t="18363" x="5057775" y="3016250"/>
          <p14:tracePt t="18373" x="5081588" y="3028950"/>
          <p14:tracePt t="18382" x="5094288" y="3065463"/>
          <p14:tracePt t="18393" x="5094288" y="3078163"/>
          <p14:tracePt t="18404" x="5106988" y="3103563"/>
          <p14:tracePt t="18412" x="5119688" y="3116263"/>
          <p14:tracePt t="18423" x="5119688" y="3128963"/>
          <p14:tracePt t="19089" x="5132388" y="3128963"/>
          <p14:tracePt t="19097" x="5170488" y="3141663"/>
          <p14:tracePt t="19108" x="5194300" y="3141663"/>
          <p14:tracePt t="19118" x="5232400" y="3154363"/>
          <p14:tracePt t="19128" x="5270500" y="3154363"/>
          <p14:tracePt t="19137" x="5307013" y="3154363"/>
          <p14:tracePt t="19146" x="5370513" y="3154363"/>
          <p14:tracePt t="19156" x="5470525" y="3154363"/>
          <p14:tracePt t="19165" x="5557838" y="3154363"/>
          <p14:tracePt t="19174" x="5619750" y="3154363"/>
          <p14:tracePt t="19185" x="5683250" y="3154363"/>
          <p14:tracePt t="19194" x="5719763" y="3154363"/>
          <p14:tracePt t="19205" x="5770563" y="3154363"/>
          <p14:tracePt t="19213" x="5808663" y="3154363"/>
          <p14:tracePt t="19224" x="5845175" y="3154363"/>
          <p14:tracePt t="19233" x="5883275" y="3154363"/>
          <p14:tracePt t="19243" x="5895975" y="3154363"/>
          <p14:tracePt t="19254" x="5908675" y="3154363"/>
          <p14:tracePt t="19262" x="5932488" y="3154363"/>
          <p14:tracePt t="19272" x="5957888" y="3154363"/>
          <p14:tracePt t="19282" x="5983288" y="3154363"/>
          <p14:tracePt t="19291" x="6008688" y="3154363"/>
          <p14:tracePt t="19301" x="6034088" y="3154363"/>
          <p14:tracePt t="19310" x="6057900" y="3165475"/>
          <p14:tracePt t="19322" x="6070600" y="3165475"/>
          <p14:tracePt t="19330" x="6083300" y="3165475"/>
          <p14:tracePt t="19340" x="6096000" y="3165475"/>
          <p14:tracePt t="19360" x="6108700" y="3165475"/>
          <p14:tracePt t="21910" x="6083300" y="3165475"/>
          <p14:tracePt t="21923" x="6070600" y="3165475"/>
          <p14:tracePt t="21930" x="6034088" y="3178175"/>
          <p14:tracePt t="21940" x="5995988" y="3178175"/>
          <p14:tracePt t="21948" x="5945188" y="3190875"/>
          <p14:tracePt t="21959" x="5857875" y="3203575"/>
          <p14:tracePt t="21968" x="5757863" y="3228975"/>
          <p14:tracePt t="21978" x="5683250" y="3241675"/>
          <p14:tracePt t="21987" x="5607050" y="3267075"/>
          <p14:tracePt t="21998" x="5570538" y="3267075"/>
          <p14:tracePt t="22007" x="5532438" y="3290888"/>
          <p14:tracePt t="22018" x="5507038" y="3303588"/>
          <p14:tracePt t="22027" x="5483225" y="3328988"/>
          <p14:tracePt t="22037" x="5470525" y="3367088"/>
          <p14:tracePt t="22046" x="5419725" y="3441700"/>
          <p14:tracePt t="22072" x="5370513" y="3692525"/>
          <p14:tracePt t="22076" x="5370513" y="3779838"/>
          <p14:tracePt t="22086" x="5370513" y="3867150"/>
          <p14:tracePt t="22096" x="5370513" y="3916363"/>
          <p14:tracePt t="22106" x="5370513" y="3967163"/>
          <p14:tracePt t="22115" x="5394325" y="4017963"/>
          <p14:tracePt t="22124" x="5407025" y="4041775"/>
          <p14:tracePt t="22135" x="5419725" y="4054475"/>
          <p14:tracePt t="22144" x="5432425" y="4067175"/>
          <p14:tracePt t="22154" x="5445125" y="4079875"/>
          <p14:tracePt t="22163" x="5470525" y="4092575"/>
          <p14:tracePt t="22175" x="5483225" y="4092575"/>
          <p14:tracePt t="22183" x="5519738" y="4092575"/>
          <p14:tracePt t="22193" x="5557838" y="4092575"/>
          <p14:tracePt t="22204" x="5583238" y="4092575"/>
          <p14:tracePt t="22213" x="5607050" y="4092575"/>
          <p14:tracePt t="22223" x="5632450" y="4092575"/>
          <p14:tracePt t="22232" x="5645150" y="4079875"/>
          <p14:tracePt t="22241" x="5657850" y="4067175"/>
          <p14:tracePt t="22252" x="5670550" y="4067175"/>
          <p14:tracePt t="22281" x="5683250" y="4054475"/>
          <p14:tracePt t="22312" x="5683250" y="4041775"/>
          <p14:tracePt t="22358" x="5695950" y="4041775"/>
          <p14:tracePt t="22407" x="5708650" y="4041775"/>
          <p14:tracePt t="22417" x="5719763" y="4041775"/>
          <p14:tracePt t="22427" x="5732463" y="4041775"/>
          <p14:tracePt t="22437" x="5745163" y="4041775"/>
          <p14:tracePt t="22446" x="5757863" y="4041775"/>
          <p14:tracePt t="22456" x="5770563" y="4041775"/>
          <p14:tracePt t="22476" x="5783263" y="4041775"/>
          <p14:tracePt t="22486" x="5795963" y="4041775"/>
          <p14:tracePt t="22505" x="5808663" y="4041775"/>
          <p14:tracePt t="22545" x="5821363" y="4041775"/>
          <p14:tracePt t="24020" x="5821363" y="4054475"/>
          <p14:tracePt t="24030" x="5821363" y="4079875"/>
          <p14:tracePt t="24041" x="5808663" y="4117975"/>
          <p14:tracePt t="24050" x="5795963" y="4129088"/>
          <p14:tracePt t="24074" x="5783263" y="4167188"/>
          <p14:tracePt t="24079" x="5770563" y="4192588"/>
          <p14:tracePt t="24091" x="5757863" y="4205288"/>
          <p14:tracePt t="24100" x="5757863" y="4217988"/>
          <p14:tracePt t="24110" x="5745163" y="4241800"/>
          <p14:tracePt t="24127" x="5719763" y="4267200"/>
          <p14:tracePt t="24138" x="5719763" y="4279900"/>
          <p14:tracePt t="24146" x="5695950" y="4305300"/>
          <p14:tracePt t="24157" x="5683250" y="4330700"/>
          <p14:tracePt t="24166" x="5657850" y="4354513"/>
          <p14:tracePt t="24176" x="5657850" y="4392613"/>
          <p14:tracePt t="24187" x="5632450" y="4405313"/>
          <p14:tracePt t="24196" x="5619750" y="4418013"/>
          <p14:tracePt t="24206" x="5619750" y="4430713"/>
          <p14:tracePt t="24216" x="5607050" y="4443413"/>
          <p14:tracePt t="24225" x="5607050" y="4467225"/>
          <p14:tracePt t="24255" x="5595938" y="4467225"/>
          <p14:tracePt t="24275" x="5583238" y="4479925"/>
          <p14:tracePt t="24352" x="5583238" y="4492625"/>
          <p14:tracePt t="24429" x="5570538" y="4505325"/>
          <p14:tracePt t="24449" x="5570538" y="4518025"/>
          <p14:tracePt t="24477" x="5570538" y="4530725"/>
          <p14:tracePt t="24507" x="5557838" y="4530725"/>
          <p14:tracePt t="24537" x="5557838" y="4543425"/>
          <p14:tracePt t="24587" x="5545138" y="4543425"/>
          <p14:tracePt t="24596" x="5545138" y="4554538"/>
          <p14:tracePt t="24615" x="5532438" y="4554538"/>
          <p14:tracePt t="24625" x="5532438" y="4567238"/>
          <p14:tracePt t="24645" x="5519738" y="4567238"/>
          <p14:tracePt t="24664" x="5507038" y="4567238"/>
          <p14:tracePt t="24694" x="5495925" y="4567238"/>
          <p14:tracePt t="24705" x="5483225" y="4567238"/>
          <p14:tracePt t="24714" x="5470525" y="4567238"/>
          <p14:tracePt t="24732" x="5457825" y="4567238"/>
          <p14:tracePt t="24743" x="5445125" y="4567238"/>
          <p14:tracePt t="24753" x="5432425" y="4567238"/>
          <p14:tracePt t="24762" x="5419725" y="4567238"/>
          <p14:tracePt t="24781" x="5407025" y="4567238"/>
          <p14:tracePt t="24791" x="5394325" y="4567238"/>
          <p14:tracePt t="24811" x="5383213" y="4567238"/>
          <p14:tracePt t="24820" x="5383213" y="4554538"/>
          <p14:tracePt t="24831" x="5370513" y="4554538"/>
          <p14:tracePt t="24851" x="5357813" y="4543425"/>
          <p14:tracePt t="24871" x="5345113" y="4543425"/>
          <p14:tracePt t="24899" x="5345113" y="4530725"/>
          <p14:tracePt t="24940" x="5332413" y="4530725"/>
          <p14:tracePt t="25037" x="5332413" y="4518025"/>
          <p14:tracePt t="29039" x="5319713" y="4518025"/>
          <p14:tracePt t="29059" x="5294313" y="4518025"/>
          <p14:tracePt t="29070" x="5270500" y="4518025"/>
          <p14:tracePt t="29079" x="5219700" y="4518025"/>
          <p14:tracePt t="29090" x="5132388" y="4518025"/>
          <p14:tracePt t="29098" x="5045075" y="4518025"/>
          <p14:tracePt t="29110" x="4945063" y="4518025"/>
          <p14:tracePt t="29120" x="4856163" y="4518025"/>
          <p14:tracePt t="29128" x="4756150" y="4505325"/>
          <p14:tracePt t="29137" x="4556125" y="4492625"/>
          <p14:tracePt t="29147" x="4381500" y="4492625"/>
          <p14:tracePt t="29156" x="4181475" y="4479925"/>
          <p14:tracePt t="29169" x="4030663" y="4479925"/>
          <p14:tracePt t="29176" x="3879850" y="4467225"/>
          <p14:tracePt t="29187" x="3743325" y="4443413"/>
          <p14:tracePt t="29195" x="3605213" y="4430713"/>
          <p14:tracePt t="29206" x="3530600" y="4418013"/>
          <p14:tracePt t="29215" x="3441700" y="4418013"/>
          <p14:tracePt t="29225" x="3367088" y="4418013"/>
          <p14:tracePt t="29235" x="3305175" y="4405313"/>
          <p14:tracePt t="29245" x="3254375" y="4405313"/>
          <p14:tracePt t="29258" x="3192463" y="4405313"/>
          <p14:tracePt t="29267" x="3141663" y="4405313"/>
          <p14:tracePt t="29276" x="3116263" y="4405313"/>
          <p14:tracePt t="29289" x="3092450" y="4405313"/>
          <p14:tracePt t="29295" x="3079750" y="4405313"/>
          <p14:tracePt t="29314" x="3067050" y="4405313"/>
          <p14:tracePt t="29335" x="3054350" y="4405313"/>
          <p14:tracePt t="30272" x="3092450" y="4405313"/>
          <p14:tracePt t="30283" x="3116263" y="4405313"/>
          <p14:tracePt t="30291" x="3167063" y="4405313"/>
          <p14:tracePt t="30301" x="3205163" y="4405313"/>
          <p14:tracePt t="30310" x="3241675" y="4418013"/>
          <p14:tracePt t="30322" x="3267075" y="4430713"/>
          <p14:tracePt t="30329" x="3305175" y="4430713"/>
          <p14:tracePt t="30339" x="3341688" y="4443413"/>
          <p14:tracePt t="30348" x="3379788" y="4467225"/>
          <p14:tracePt t="30358" x="3405188" y="4479925"/>
          <p14:tracePt t="30369" x="3454400" y="4479925"/>
          <p14:tracePt t="30378" x="3517900" y="4479925"/>
          <p14:tracePt t="30388" x="3579813" y="4479925"/>
          <p14:tracePt t="30398" x="3592513" y="4479925"/>
          <p14:tracePt t="30407" x="3643313" y="4479925"/>
          <p14:tracePt t="30419" x="3679825" y="4479925"/>
          <p14:tracePt t="30426" x="3705225" y="4479925"/>
          <p14:tracePt t="30437" x="3717925" y="4479925"/>
          <p14:tracePt t="30446" x="3743325" y="4479925"/>
          <p14:tracePt t="30456" x="3756025" y="4479925"/>
          <p14:tracePt t="30465" x="3792538" y="4479925"/>
          <p14:tracePt t="30485" x="3805238" y="4479925"/>
          <p14:tracePt t="30495" x="3817938" y="4479925"/>
          <p14:tracePt t="31444" x="3830638" y="4479925"/>
          <p14:tracePt t="31454" x="3830638" y="4467225"/>
          <p14:tracePt t="31463" x="3843338" y="4454525"/>
          <p14:tracePt t="31474" x="3856038" y="4430713"/>
          <p14:tracePt t="31483" x="3856038" y="4418013"/>
          <p14:tracePt t="31492" x="3867150" y="4405313"/>
          <p14:tracePt t="31503" x="3867150" y="4392613"/>
          <p14:tracePt t="31511" x="3867150" y="4379913"/>
          <p14:tracePt t="31521" x="3867150" y="4354513"/>
          <p14:tracePt t="31530" x="3867150" y="4330700"/>
          <p14:tracePt t="31540" x="3867150" y="4305300"/>
          <p14:tracePt t="31559" x="3867150" y="4292600"/>
          <p14:tracePt t="31569" x="3867150" y="4267200"/>
          <p14:tracePt t="31588" x="3867150" y="4254500"/>
          <p14:tracePt t="31598" x="3867150" y="4230688"/>
          <p14:tracePt t="31607" x="3867150" y="4217988"/>
          <p14:tracePt t="31617" x="3856038" y="4205288"/>
          <p14:tracePt t="31627" x="3830638" y="4179888"/>
          <p14:tracePt t="31637" x="3805238" y="4154488"/>
          <p14:tracePt t="31646" x="3756025" y="4129088"/>
          <p14:tracePt t="31657" x="3730625" y="4117975"/>
          <p14:tracePt t="31667" x="3679825" y="4117975"/>
          <p14:tracePt t="31676" x="3654425" y="4105275"/>
          <p14:tracePt t="31686" x="3605213" y="4105275"/>
          <p14:tracePt t="31696" x="3579813" y="4105275"/>
          <p14:tracePt t="31705" x="3541713" y="4105275"/>
          <p14:tracePt t="31716" x="3517900" y="4105275"/>
          <p14:tracePt t="31725" x="3492500" y="4105275"/>
          <p14:tracePt t="31737" x="3479800" y="4105275"/>
          <p14:tracePt t="31745" x="3454400" y="4105275"/>
          <p14:tracePt t="31756" x="3441700" y="4117975"/>
          <p14:tracePt t="31775" x="3417888" y="4141788"/>
          <p14:tracePt t="31788" x="3405188" y="4167188"/>
          <p14:tracePt t="31795" x="3392488" y="4179888"/>
          <p14:tracePt t="31805" x="3392488" y="4205288"/>
          <p14:tracePt t="31814" x="3379788" y="4230688"/>
          <p14:tracePt t="31823" x="3379788" y="4254500"/>
          <p14:tracePt t="31834" x="3367088" y="4279900"/>
          <p14:tracePt t="31843" x="3367088" y="4305300"/>
          <p14:tracePt t="31853" x="3367088" y="4341813"/>
          <p14:tracePt t="31862" x="3367088" y="4392613"/>
          <p14:tracePt t="31872" x="3379788" y="4430713"/>
          <p14:tracePt t="31883" x="3392488" y="4454525"/>
          <p14:tracePt t="31892" x="3405188" y="4479925"/>
          <p14:tracePt t="31903" x="3417888" y="4492625"/>
          <p14:tracePt t="31911" x="3429000" y="4505325"/>
          <p14:tracePt t="31921" x="3441700" y="4518025"/>
          <p14:tracePt t="31931" x="3454400" y="4530725"/>
          <p14:tracePt t="31941" x="3479800" y="4543425"/>
          <p14:tracePt t="31952" x="3505200" y="4543425"/>
          <p14:tracePt t="31959" x="3530600" y="4543425"/>
          <p14:tracePt t="31971" x="3554413" y="4543425"/>
          <p14:tracePt t="31980" x="3579813" y="4543425"/>
          <p14:tracePt t="31989" x="3617913" y="4543425"/>
          <p14:tracePt t="32000" x="3643313" y="4543425"/>
          <p14:tracePt t="32009" x="3667125" y="4543425"/>
          <p14:tracePt t="32018" x="3692525" y="4530725"/>
          <p14:tracePt t="32028" x="3717925" y="4518025"/>
          <p14:tracePt t="32038" x="3730625" y="4505325"/>
          <p14:tracePt t="32048" x="3743325" y="4505325"/>
          <p14:tracePt t="32057" x="3756025" y="4492625"/>
          <p14:tracePt t="32078" x="3767138" y="4492625"/>
          <p14:tracePt t="33678" x="3792538" y="4492625"/>
          <p14:tracePt t="33689" x="3805238" y="4492625"/>
          <p14:tracePt t="33699" x="3843338" y="4518025"/>
          <p14:tracePt t="33709" x="3905250" y="4543425"/>
          <p14:tracePt t="33719" x="4030663" y="4567238"/>
          <p14:tracePt t="33729" x="4105275" y="4579938"/>
          <p14:tracePt t="33738" x="4281488" y="4592638"/>
          <p14:tracePt t="33749" x="4394200" y="4592638"/>
          <p14:tracePt t="33757" x="4543425" y="4592638"/>
          <p14:tracePt t="33769" x="4681538" y="4592638"/>
          <p14:tracePt t="33777" x="4781550" y="4592638"/>
          <p14:tracePt t="33788" x="4856163" y="4592638"/>
          <p14:tracePt t="33797" x="4956175" y="4592638"/>
          <p14:tracePt t="33807" x="4994275" y="4592638"/>
          <p14:tracePt t="33817" x="5032375" y="4592638"/>
          <p14:tracePt t="33826" x="5057775" y="4592638"/>
          <p14:tracePt t="33835" x="5094288" y="4592638"/>
          <p14:tracePt t="33856" x="5106988" y="4592638"/>
          <p14:tracePt t="35058" x="5132388" y="4592638"/>
          <p14:tracePt t="35071" x="5157788" y="4592638"/>
          <p14:tracePt t="35078" x="5181600" y="4592638"/>
          <p14:tracePt t="35087" x="5219700" y="4579938"/>
          <p14:tracePt t="35096" x="5232400" y="4579938"/>
          <p14:tracePt t="35106" x="5294313" y="4567238"/>
          <p14:tracePt t="35116" x="5332413" y="4567238"/>
          <p14:tracePt t="35126" x="5370513" y="4554538"/>
          <p14:tracePt t="35135" x="5394325" y="4554538"/>
          <p14:tracePt t="35144" x="5419725" y="4543425"/>
          <p14:tracePt t="35155" x="5445125" y="4543425"/>
          <p14:tracePt t="35164" x="5470525" y="4543425"/>
          <p14:tracePt t="35174" x="5495925" y="4543425"/>
          <p14:tracePt t="35186" x="5507038" y="4543425"/>
          <p14:tracePt t="35193" x="5532438" y="4543425"/>
          <p14:tracePt t="35203" x="5545138" y="4543425"/>
          <p14:tracePt t="35213" x="5570538" y="4530725"/>
          <p14:tracePt t="35222" x="5595938" y="4530725"/>
          <p14:tracePt t="35234" x="5619750" y="4530725"/>
          <p14:tracePt t="35242" x="5645150" y="4530725"/>
          <p14:tracePt t="35251" x="5670550" y="4518025"/>
          <p14:tracePt t="35261" x="5695950" y="4505325"/>
          <p14:tracePt t="35271" x="5708650" y="4505325"/>
          <p14:tracePt t="35849" x="5732463" y="4505325"/>
          <p14:tracePt t="35858" x="5757863" y="4492625"/>
          <p14:tracePt t="35870" x="5783263" y="4479925"/>
          <p14:tracePt t="35878" x="5821363" y="4479925"/>
          <p14:tracePt t="35887" x="5857875" y="4479925"/>
          <p14:tracePt t="35898" x="5921375" y="4467225"/>
          <p14:tracePt t="35907" x="5970588" y="4467225"/>
          <p14:tracePt t="35921" x="6008688" y="4467225"/>
          <p14:tracePt t="35927" x="6070600" y="4467225"/>
          <p14:tracePt t="35937" x="6108700" y="4467225"/>
          <p14:tracePt t="35945" x="6157913" y="4467225"/>
          <p14:tracePt t="35955" x="6221413" y="4467225"/>
          <p14:tracePt t="35965" x="6259513" y="4467225"/>
          <p14:tracePt t="35975" x="6283325" y="4467225"/>
          <p14:tracePt t="35985" x="6308725" y="4467225"/>
          <p14:tracePt t="35994" x="6321425" y="4467225"/>
          <p14:tracePt t="36014" x="6346825" y="4467225"/>
          <p14:tracePt t="36502" x="6383338" y="4467225"/>
          <p14:tracePt t="36513" x="6408738" y="4467225"/>
          <p14:tracePt t="36523" x="6459538" y="4467225"/>
          <p14:tracePt t="36532" x="6521450" y="4467225"/>
          <p14:tracePt t="36541" x="6659563" y="4467225"/>
          <p14:tracePt t="36553" x="6759575" y="4454525"/>
          <p14:tracePt t="36561" x="6846888" y="4454525"/>
          <p14:tracePt t="36570" x="6921500" y="4454525"/>
          <p14:tracePt t="36580" x="6985000" y="4454525"/>
          <p14:tracePt t="36589" x="7021513" y="4454525"/>
          <p14:tracePt t="36600" x="7059613" y="4443413"/>
          <p14:tracePt t="36608" x="7085013" y="4443413"/>
          <p14:tracePt t="36619" x="7097713" y="4443413"/>
          <p14:tracePt t="36628" x="7110413" y="4443413"/>
          <p14:tracePt t="36647" x="7123113" y="4443413"/>
          <p14:tracePt t="36686" x="7134225" y="4443413"/>
          <p14:tracePt t="36697" x="7134225" y="4430713"/>
          <p14:tracePt t="37537" x="7123113" y="4430713"/>
          <p14:tracePt t="37546" x="7110413" y="4430713"/>
          <p14:tracePt t="37556" x="7097713" y="4430713"/>
          <p14:tracePt t="37566" x="7059613" y="4430713"/>
          <p14:tracePt t="37576" x="7034213" y="4430713"/>
          <p14:tracePt t="37586" x="6997700" y="4430713"/>
          <p14:tracePt t="37595" x="6959600" y="4430713"/>
          <p14:tracePt t="37604" x="6884988" y="4430713"/>
          <p14:tracePt t="37615" x="6834188" y="4430713"/>
          <p14:tracePt t="37624" x="6797675" y="4430713"/>
          <p14:tracePt t="37635" x="6746875" y="4430713"/>
          <p14:tracePt t="37643" x="6684963" y="4430713"/>
          <p14:tracePt t="37654" x="6634163" y="4430713"/>
          <p14:tracePt t="37663" x="6584950" y="4430713"/>
          <p14:tracePt t="37673" x="6546850" y="4430713"/>
          <p14:tracePt t="37684" x="6508750" y="4430713"/>
          <p14:tracePt t="37692" x="6483350" y="4430713"/>
          <p14:tracePt t="37703" x="6459538" y="4443413"/>
          <p14:tracePt t="37712" x="6446838" y="4443413"/>
          <p14:tracePt t="37722" x="6434138" y="4443413"/>
          <p14:tracePt t="37742" x="6421438" y="4443413"/>
          <p14:tracePt t="37782" x="6421438" y="4454525"/>
          <p14:tracePt t="37791" x="6408738" y="4454525"/>
          <p14:tracePt t="37881" x="6396038" y="4454525"/>
          <p14:tracePt t="38026" x="6408738" y="4454525"/>
          <p14:tracePt t="38046" x="6421438" y="4454525"/>
          <p14:tracePt t="38056" x="6446838" y="4454525"/>
          <p14:tracePt t="38065" x="6459538" y="4454525"/>
          <p14:tracePt t="38075" x="6483350" y="4454525"/>
          <p14:tracePt t="38085" x="6508750" y="4454525"/>
          <p14:tracePt t="38096" x="6546850" y="4454525"/>
          <p14:tracePt t="38105" x="6572250" y="4454525"/>
          <p14:tracePt t="38115" x="6608763" y="4454525"/>
          <p14:tracePt t="38125" x="6634163" y="4454525"/>
          <p14:tracePt t="38134" x="6672263" y="4454525"/>
          <p14:tracePt t="38142" x="6696075" y="4454525"/>
          <p14:tracePt t="38154" x="6708775" y="4454525"/>
          <p14:tracePt t="38162" x="6721475" y="4454525"/>
          <p14:tracePt t="38172" x="6746875" y="4454525"/>
          <p14:tracePt t="38191" x="6759575" y="4454525"/>
          <p14:tracePt t="38495" x="6784975" y="4454525"/>
          <p14:tracePt t="38505" x="6808788" y="4454525"/>
          <p14:tracePt t="38515" x="6846888" y="4454525"/>
          <p14:tracePt t="38524" x="6884988" y="4454525"/>
          <p14:tracePt t="38534" x="6921500" y="4454525"/>
          <p14:tracePt t="38543" x="6959600" y="4454525"/>
          <p14:tracePt t="38553" x="6997700" y="4454525"/>
          <p14:tracePt t="38562" x="7034213" y="4454525"/>
          <p14:tracePt t="38572" x="7072313" y="4454525"/>
          <p14:tracePt t="38583" x="7097713" y="4454525"/>
          <p14:tracePt t="38591" x="7123113" y="4454525"/>
          <p14:tracePt t="38602" x="7134225" y="4454525"/>
          <p14:tracePt t="38611" x="7146925" y="4454525"/>
          <p14:tracePt t="38630" x="7159625" y="4454525"/>
          <p14:tracePt t="38669" x="7172325" y="4454525"/>
          <p14:tracePt t="38708" x="7185025" y="4454525"/>
          <p14:tracePt t="38788" x="7197725" y="4454525"/>
          <p14:tracePt t="38808" x="7210425" y="4454525"/>
          <p14:tracePt t="38817" x="7223125" y="4443413"/>
          <p14:tracePt t="38826" x="7235825" y="4443413"/>
          <p14:tracePt t="38836" x="7259638" y="4430713"/>
          <p14:tracePt t="38856" x="7285038" y="4430713"/>
          <p14:tracePt t="38876" x="7297738" y="4418013"/>
          <p14:tracePt t="38886" x="7310438" y="4418013"/>
          <p14:tracePt t="38906" x="7323138" y="4418013"/>
          <p14:tracePt t="38935" x="7335838" y="4418013"/>
          <p14:tracePt t="38962" x="7335838" y="4405313"/>
          <p14:tracePt t="39246" x="7310438" y="4418013"/>
          <p14:tracePt t="39256" x="7310438" y="4443413"/>
          <p14:tracePt t="39275" x="7310438" y="4454525"/>
          <p14:tracePt t="39286" x="7310438" y="4467225"/>
          <p14:tracePt t="39294" x="7310438" y="4479925"/>
          <p14:tracePt t="39334" x="7310438" y="4492625"/>
          <p14:tracePt t="39394" x="7323138" y="4492625"/>
          <p14:tracePt t="39432" x="7335838" y="4492625"/>
          <p14:tracePt t="43389" x="7335838" y="4505325"/>
          <p14:tracePt t="43398" x="7310438" y="4518025"/>
          <p14:tracePt t="43408" x="7259638" y="4554538"/>
          <p14:tracePt t="43417" x="7185025" y="4605338"/>
          <p14:tracePt t="43427" x="7123113" y="4630738"/>
          <p14:tracePt t="43436" x="6985000" y="4705350"/>
          <p14:tracePt t="43446" x="6872288" y="4768850"/>
          <p14:tracePt t="43455" x="6759575" y="4830763"/>
          <p14:tracePt t="43467" x="6646863" y="4868863"/>
          <p14:tracePt t="43475" x="6508750" y="4956175"/>
          <p14:tracePt t="43486" x="6408738" y="5005388"/>
          <p14:tracePt t="43494" x="6296025" y="5068888"/>
          <p14:tracePt t="43505" x="6221413" y="5130800"/>
          <p14:tracePt t="43514" x="6108700" y="5181600"/>
          <p14:tracePt t="43524" x="6021388" y="5218113"/>
          <p14:tracePt t="43533" x="5945188" y="5256213"/>
          <p14:tracePt t="43544" x="5908675" y="5268913"/>
          <p14:tracePt t="43553" x="5883275" y="5281613"/>
          <p14:tracePt t="43564" x="5857875" y="5305425"/>
          <p14:tracePt t="43572" x="5821363" y="5305425"/>
          <p14:tracePt t="43592" x="5808663" y="5318125"/>
          <p14:tracePt t="43604" x="5795963" y="5318125"/>
          <p14:tracePt t="44560" x="5770563" y="5318125"/>
          <p14:tracePt t="44570" x="5732463" y="5318125"/>
          <p14:tracePt t="44580" x="5683250" y="5330825"/>
          <p14:tracePt t="44590" x="5632450" y="5330825"/>
          <p14:tracePt t="44603" x="5519738" y="5343525"/>
          <p14:tracePt t="44608" x="5394325" y="5356225"/>
          <p14:tracePt t="44619" x="5232400" y="5356225"/>
          <p14:tracePt t="44628" x="5094288" y="5356225"/>
          <p14:tracePt t="44637" x="4919663" y="5356225"/>
          <p14:tracePt t="44650" x="4732338" y="5356225"/>
          <p14:tracePt t="44656" x="4581525" y="5356225"/>
          <p14:tracePt t="44667" x="4468813" y="5343525"/>
          <p14:tracePt t="44676" x="4330700" y="5330825"/>
          <p14:tracePt t="44686" x="4230688" y="5318125"/>
          <p14:tracePt t="44695" x="4143375" y="5318125"/>
          <p14:tracePt t="44705" x="4056063" y="5305425"/>
          <p14:tracePt t="44715" x="3992563" y="5294313"/>
          <p14:tracePt t="44724" x="3930650" y="5281613"/>
          <p14:tracePt t="44734" x="3892550" y="5268913"/>
          <p14:tracePt t="44744" x="3867150" y="5268913"/>
          <p14:tracePt t="44753" x="3856038" y="5268913"/>
          <p14:tracePt t="44764" x="3830638" y="5268913"/>
          <p14:tracePt t="44773" x="3805238" y="5268913"/>
          <p14:tracePt t="45223" x="3817938" y="5268913"/>
          <p14:tracePt t="45234" x="3856038" y="5268913"/>
          <p14:tracePt t="45242" x="3905250" y="5268913"/>
          <p14:tracePt t="45253" x="4005263" y="5268913"/>
          <p14:tracePt t="45262" x="4168775" y="5268913"/>
          <p14:tracePt t="45273" x="4318000" y="5268913"/>
          <p14:tracePt t="45286" x="4619625" y="5268913"/>
          <p14:tracePt t="45293" x="4806950" y="5268913"/>
          <p14:tracePt t="45302" x="5057775" y="5230813"/>
          <p14:tracePt t="45312" x="5270500" y="5230813"/>
          <p14:tracePt t="45323" x="5495925" y="5205413"/>
          <p14:tracePt t="45333" x="5645150" y="5194300"/>
          <p14:tracePt t="45340" x="5795963" y="5143500"/>
          <p14:tracePt t="45352" x="5908675" y="5130800"/>
          <p14:tracePt t="45359" x="5983288" y="5130800"/>
          <p14:tracePt t="45370" x="6045200" y="5130800"/>
          <p14:tracePt t="45379" x="6121400" y="5118100"/>
          <p14:tracePt t="45389" x="6157913" y="5118100"/>
          <p14:tracePt t="45401" x="6183313" y="5118100"/>
          <p14:tracePt t="46260" x="6157913" y="5118100"/>
          <p14:tracePt t="46269" x="6121400" y="5143500"/>
          <p14:tracePt t="46281" x="6057900" y="5168900"/>
          <p14:tracePt t="46290" x="5957888" y="5194300"/>
          <p14:tracePt t="46301" x="5883275" y="5218113"/>
          <p14:tracePt t="46308" x="5783263" y="5256213"/>
          <p14:tracePt t="46320" x="5708650" y="5281613"/>
          <p14:tracePt t="46327" x="5632450" y="5305425"/>
          <p14:tracePt t="46337" x="5595938" y="5330825"/>
          <p14:tracePt t="46347" x="5532438" y="5343525"/>
          <p14:tracePt t="46356" x="5507038" y="5356225"/>
          <p14:tracePt t="46365" x="5495925" y="5368925"/>
          <p14:tracePt t="46376" x="5470525" y="5368925"/>
          <p14:tracePt t="46386" x="5457825" y="5381625"/>
          <p14:tracePt t="46395" x="5445125" y="5381625"/>
          <p14:tracePt t="46424" x="5432425" y="5381625"/>
          <p14:tracePt t="47129" x="5432425" y="5394325"/>
          <p14:tracePt t="47138" x="5419725" y="5394325"/>
          <p14:tracePt t="47151" x="5419725" y="5418138"/>
          <p14:tracePt t="47169" x="5419725" y="5443538"/>
          <p14:tracePt t="47178" x="5419725" y="5468938"/>
          <p14:tracePt t="47188" x="5419725" y="5494338"/>
          <p14:tracePt t="47197" x="5407025" y="5530850"/>
          <p14:tracePt t="47207" x="5394325" y="5568950"/>
          <p14:tracePt t="47217" x="5383213" y="5607050"/>
          <p14:tracePt t="47226" x="5383213" y="5619750"/>
          <p14:tracePt t="47236" x="5383213" y="5643563"/>
          <p14:tracePt t="47245" x="5383213" y="5668963"/>
          <p14:tracePt t="47254" x="5383213" y="5694363"/>
          <p14:tracePt t="47266" x="5383213" y="5719763"/>
          <p14:tracePt t="47274" x="5383213" y="5743575"/>
          <p14:tracePt t="47285" x="5383213" y="5756275"/>
          <p14:tracePt t="47293" x="5383213" y="5781675"/>
          <p14:tracePt t="47304" x="5383213" y="5794375"/>
          <p14:tracePt t="47313" x="5370513" y="5807075"/>
          <p14:tracePt t="47323" x="5370513" y="5819775"/>
          <p14:tracePt t="47332" x="5370513" y="5843588"/>
          <p14:tracePt t="47343" x="5370513" y="5868988"/>
          <p14:tracePt t="47352" x="5370513" y="5881688"/>
          <p14:tracePt t="47363" x="5357813" y="5894388"/>
          <p14:tracePt t="47372" x="5357813" y="5907088"/>
          <p14:tracePt t="47392" x="5357813" y="5919788"/>
          <p14:tracePt t="47404" x="5357813" y="5932488"/>
          <p14:tracePt t="47412" x="5357813" y="5945188"/>
          <p14:tracePt t="47422" x="5357813" y="5956300"/>
          <p14:tracePt t="47435" x="5357813" y="5969000"/>
          <p14:tracePt t="47441" x="5357813" y="5981700"/>
          <p14:tracePt t="47998" x="5357813" y="6007100"/>
          <p14:tracePt t="48008" x="5357813" y="6019800"/>
          <p14:tracePt t="48018" x="5357813" y="6032500"/>
          <p14:tracePt t="48027" x="5357813" y="6045200"/>
          <p14:tracePt t="48036" x="5357813" y="6069013"/>
          <p14:tracePt t="48046" x="5357813" y="6094413"/>
          <p14:tracePt t="48055" x="5357813" y="6132513"/>
          <p14:tracePt t="48075" x="5357813" y="6157913"/>
          <p14:tracePt t="48085" x="5370513" y="6157913"/>
          <p14:tracePt t="48094" x="5370513" y="6169025"/>
          <p14:tracePt t="48115" x="5370513" y="6181725"/>
          <p14:tracePt t="48134" x="5370513" y="6194425"/>
          <p14:tracePt t="48166" x="5370513" y="6207125"/>
          <p14:tracePt t="48193" x="5370513" y="6219825"/>
          <p14:tracePt t="48204" x="5383213" y="6219825"/>
          <p14:tracePt t="48213" x="5383213" y="6232525"/>
          <p14:tracePt t="48243" x="5383213" y="6245225"/>
          <p14:tracePt t="48263" x="5383213" y="6257925"/>
          <p14:tracePt t="48379" x="5383213" y="6269038"/>
          <p14:tracePt t="48720" x="5394325" y="6269038"/>
          <p14:tracePt t="48729" x="5407025" y="6269038"/>
          <p14:tracePt t="48749" x="5432425" y="6269038"/>
          <p14:tracePt t="48758" x="5457825" y="6257925"/>
          <p14:tracePt t="48767" x="5495925" y="6245225"/>
          <p14:tracePt t="48778" x="5545138" y="6219825"/>
          <p14:tracePt t="48787" x="5595938" y="6194425"/>
          <p14:tracePt t="48797" x="5657850" y="6145213"/>
          <p14:tracePt t="48807" x="5683250" y="6119813"/>
          <p14:tracePt t="48817" x="5708650" y="6107113"/>
          <p14:tracePt t="48826" x="5732463" y="6094413"/>
          <p14:tracePt t="48836" x="5745163" y="6069013"/>
          <p14:tracePt t="48846" x="5757863" y="6069013"/>
          <p14:tracePt t="48856" x="5770563" y="6056313"/>
          <p14:tracePt t="48884" x="5783263" y="6045200"/>
          <p14:tracePt t="48895" x="5783263" y="6032500"/>
          <p14:tracePt t="48915" x="5783263" y="6019800"/>
          <p14:tracePt t="48924" x="5783263" y="6007100"/>
          <p14:tracePt t="48934" x="5783263" y="5994400"/>
          <p14:tracePt t="48943" x="5783263" y="5969000"/>
          <p14:tracePt t="48954" x="5770563" y="5945188"/>
          <p14:tracePt t="48964" x="5732463" y="5919788"/>
          <p14:tracePt t="48973" x="5708650" y="5907088"/>
          <p14:tracePt t="48984" x="5657850" y="5868988"/>
          <p14:tracePt t="48992" x="5583238" y="5832475"/>
          <p14:tracePt t="49002" x="5495925" y="5794375"/>
          <p14:tracePt t="49012" x="5432425" y="5781675"/>
          <p14:tracePt t="49021" x="5370513" y="5768975"/>
          <p14:tracePt t="49033" x="5319713" y="5768975"/>
          <p14:tracePt t="49041" x="5270500" y="5768975"/>
          <p14:tracePt t="49053" x="5207000" y="5768975"/>
          <p14:tracePt t="49062" x="5170488" y="5807075"/>
          <p14:tracePt t="49073" x="5132388" y="5819775"/>
          <p14:tracePt t="49084" x="5119688" y="5843588"/>
          <p14:tracePt t="49091" x="5094288" y="5881688"/>
          <p14:tracePt t="49100" x="5068888" y="5907088"/>
          <p14:tracePt t="49111" x="5057775" y="5932488"/>
          <p14:tracePt t="49120" x="5032375" y="5969000"/>
          <p14:tracePt t="49131" x="5006975" y="6019800"/>
          <p14:tracePt t="49139" x="5006975" y="6056313"/>
          <p14:tracePt t="49151" x="4994275" y="6119813"/>
          <p14:tracePt t="49160" x="4994275" y="6194425"/>
          <p14:tracePt t="49169" x="4994275" y="6257925"/>
          <p14:tracePt t="49179" x="4994275" y="6307138"/>
          <p14:tracePt t="49188" x="4994275" y="6345238"/>
          <p14:tracePt t="49198" x="4994275" y="6381750"/>
          <p14:tracePt t="49207" x="5006975" y="6419850"/>
          <p14:tracePt t="49218" x="5019675" y="6432550"/>
          <p14:tracePt t="49227" x="5032375" y="6457950"/>
          <p14:tracePt t="49237" x="5045075" y="6470650"/>
          <p14:tracePt t="49248" x="5045075" y="6483350"/>
          <p14:tracePt t="49257" x="5057775" y="6494463"/>
          <p14:tracePt t="49267" x="5081588" y="6507163"/>
          <p14:tracePt t="49275" x="5094288" y="6519863"/>
          <p14:tracePt t="49285" x="5132388" y="6545263"/>
          <p14:tracePt t="49296" x="5170488" y="6557963"/>
          <p14:tracePt t="49305" x="5194300" y="6570663"/>
          <p14:tracePt t="49316" x="5207000" y="6583363"/>
          <p14:tracePt t="49325" x="5245100" y="6594475"/>
          <p14:tracePt t="49335" x="5257800" y="6594475"/>
          <p14:tracePt t="49344" x="5270500" y="6594475"/>
          <p14:tracePt t="49355" x="5281613" y="6594475"/>
          <p14:tracePt t="49374" x="5294313" y="6594475"/>
          <p14:tracePt t="49385" x="5294313" y="6607175"/>
          <p14:tracePt t="49393" x="5307013" y="6607175"/>
          <p14:tracePt t="49403" x="5319713" y="6607175"/>
          <p14:tracePt t="49415" x="5332413" y="6607175"/>
          <p14:tracePt t="49443" x="5345113" y="6607175"/>
          <p14:tracePt t="49464" x="5357813" y="6607175"/>
          <p14:tracePt t="51318" x="5357813" y="6583363"/>
          <p14:tracePt t="51329" x="5357813" y="6545263"/>
          <p14:tracePt t="51338" x="5357813" y="6507163"/>
          <p14:tracePt t="51350" x="5370513" y="6483350"/>
          <p14:tracePt t="51357" x="5383213" y="6445250"/>
          <p14:tracePt t="51367" x="5383213" y="6407150"/>
          <p14:tracePt t="51377" x="5383213" y="6394450"/>
          <p14:tracePt t="51387" x="5383213" y="6370638"/>
          <p14:tracePt t="51399" x="5383213" y="6357938"/>
          <p14:tracePt t="51407" x="5394325" y="6357938"/>
          <p14:tracePt t="51417" x="5394325" y="6345238"/>
          <p14:tracePt t="51426" x="5407025" y="6345238"/>
          <p14:tracePt t="51436" x="5407025" y="6332538"/>
          <p14:tracePt t="51475" x="5407025" y="6319838"/>
          <p14:tracePt t="51709" x="5407025" y="6307138"/>
          <p14:tracePt t="51728" x="5407025" y="6294438"/>
          <p14:tracePt t="51737" x="5407025" y="6281738"/>
          <p14:tracePt t="51748" x="5419725" y="6281738"/>
          <p14:tracePt t="51756" x="5419725" y="6269038"/>
          <p14:tracePt t="53486" x="5407025" y="6269038"/>
          <p14:tracePt t="53499" x="5383213" y="6269038"/>
          <p14:tracePt t="53505" x="5332413" y="6269038"/>
          <p14:tracePt t="53516" x="5257800" y="6269038"/>
          <p14:tracePt t="53524" x="5194300" y="6269038"/>
          <p14:tracePt t="53535" x="5132388" y="6281738"/>
          <p14:tracePt t="53544" x="5057775" y="6281738"/>
          <p14:tracePt t="53554" x="4968875" y="6294438"/>
          <p14:tracePt t="53565" x="4868863" y="6294438"/>
          <p14:tracePt t="53574" x="4819650" y="6294438"/>
          <p14:tracePt t="53584" x="4743450" y="6294438"/>
          <p14:tracePt t="53593" x="4694238" y="6294438"/>
          <p14:tracePt t="53602" x="4630738" y="6294438"/>
          <p14:tracePt t="53615" x="4594225" y="6294438"/>
          <p14:tracePt t="53622" x="4556125" y="6294438"/>
          <p14:tracePt t="53634" x="4494213" y="6294438"/>
          <p14:tracePt t="53642" x="4430713" y="6294438"/>
          <p14:tracePt t="53652" x="4394200" y="6294438"/>
          <p14:tracePt t="53662" x="4368800" y="6294438"/>
          <p14:tracePt t="53671" x="4343400" y="6294438"/>
          <p14:tracePt t="53681" x="4318000" y="6294438"/>
          <p14:tracePt t="53691" x="4305300" y="6294438"/>
          <p14:tracePt t="53701" x="4294188" y="6294438"/>
          <p14:tracePt t="53710" x="4268788" y="6294438"/>
          <p14:tracePt t="53720" x="4256088" y="6294438"/>
          <p14:tracePt t="53731" x="4243388" y="6294438"/>
          <p14:tracePt t="53739" x="4230688" y="6294438"/>
          <p14:tracePt t="53750" x="4217988" y="6294438"/>
          <p14:tracePt t="54844" x="4205288" y="6294438"/>
          <p14:tracePt t="54854" x="4192588" y="6294438"/>
          <p14:tracePt t="54866" x="4181475" y="6294438"/>
          <p14:tracePt t="54873" x="4168775" y="6294438"/>
          <p14:tracePt t="54883" x="4130675" y="6294438"/>
          <p14:tracePt t="54892" x="4105275" y="6294438"/>
          <p14:tracePt t="54900" x="4068763" y="6294438"/>
          <p14:tracePt t="54911" x="4030663" y="6294438"/>
          <p14:tracePt t="54920" x="3992563" y="6294438"/>
          <p14:tracePt t="54931" x="3943350" y="6281738"/>
          <p14:tracePt t="54939" x="3905250" y="6281738"/>
          <p14:tracePt t="54950" x="3867150" y="6269038"/>
          <p14:tracePt t="54959" x="3830638" y="6257925"/>
          <p14:tracePt t="54969" x="3779838" y="6232525"/>
          <p14:tracePt t="54979" x="3743325" y="6232525"/>
          <p14:tracePt t="54989" x="3692525" y="6219825"/>
          <p14:tracePt t="54998" x="3654425" y="6219825"/>
          <p14:tracePt t="55008" x="3617913" y="6219825"/>
          <p14:tracePt t="55018" x="3579813" y="6207125"/>
          <p14:tracePt t="55029" x="3554413" y="6194425"/>
          <p14:tracePt t="55037" x="3517900" y="6194425"/>
          <p14:tracePt t="55050" x="3492500" y="6194425"/>
          <p14:tracePt t="55058" x="3467100" y="6194425"/>
          <p14:tracePt t="55069" x="3454400" y="6194425"/>
          <p14:tracePt t="55080" x="3429000" y="6194425"/>
          <p14:tracePt t="55088" x="3417888" y="6194425"/>
          <p14:tracePt t="55100" x="3392488" y="6194425"/>
          <p14:tracePt t="55107" x="3379788" y="6194425"/>
          <p14:tracePt t="55119" x="3367088" y="6194425"/>
          <p14:tracePt t="55127" x="3354388" y="6194425"/>
          <p14:tracePt t="55147" x="3341688" y="6194425"/>
          <p14:tracePt t="55155" x="3328988" y="6194425"/>
          <p14:tracePt t="55166" x="3317875" y="6194425"/>
          <p14:tracePt t="55908" x="3305175" y="6194425"/>
          <p14:tracePt t="55917" x="3292475" y="6194425"/>
          <p14:tracePt t="55926" x="3267075" y="6194425"/>
          <p14:tracePt t="55936" x="3241675" y="6194425"/>
          <p14:tracePt t="55946" x="3216275" y="6194425"/>
          <p14:tracePt t="55955" x="3192463" y="6181725"/>
          <p14:tracePt t="55965" x="3167063" y="6181725"/>
          <p14:tracePt t="55975" x="3141663" y="6169025"/>
          <p14:tracePt t="55985" x="3116263" y="6169025"/>
          <p14:tracePt t="55996" x="3092450" y="6169025"/>
          <p14:tracePt t="56005" x="3079750" y="6157913"/>
          <p14:tracePt t="56015" x="3054350" y="6157913"/>
          <p14:tracePt t="56024" x="3041650" y="6157913"/>
          <p14:tracePt t="56034" x="3028950" y="6157913"/>
          <p14:tracePt t="56044" x="3016250" y="6157913"/>
          <p14:tracePt t="56074" x="3003550" y="6157913"/>
          <p14:tracePt t="56104" x="2992438" y="6157913"/>
          <p14:tracePt t="56133" x="2979738" y="6157913"/>
          <p14:tracePt t="59288" x="2992438" y="6157913"/>
          <p14:tracePt t="59297" x="3016250" y="6157913"/>
          <p14:tracePt t="59307" x="3054350" y="6145213"/>
          <p14:tracePt t="59316" x="3103563" y="6132513"/>
          <p14:tracePt t="59326" x="3192463" y="6119813"/>
          <p14:tracePt t="59335" x="3267075" y="6107113"/>
          <p14:tracePt t="59347" x="3328988" y="6094413"/>
          <p14:tracePt t="59355" x="3367088" y="6094413"/>
          <p14:tracePt t="59366" x="3405188" y="6081713"/>
          <p14:tracePt t="59374" x="3441700" y="6081713"/>
          <p14:tracePt t="59384" x="3454400" y="6069013"/>
          <p14:tracePt t="59394" x="3467100" y="6069013"/>
          <p14:tracePt t="59414" x="3479800" y="6069013"/>
          <p14:tracePt t="59444" x="3492500" y="6069013"/>
          <p14:tracePt t="59473" x="3505200" y="6069013"/>
          <p14:tracePt t="59679" x="3492500" y="6056313"/>
          <p14:tracePt t="59688" x="3467100" y="6056313"/>
          <p14:tracePt t="59698" x="3429000" y="6056313"/>
          <p14:tracePt t="59707" x="3379788" y="6056313"/>
          <p14:tracePt t="59719" x="3341688" y="6045200"/>
          <p14:tracePt t="59726" x="3292475" y="6045200"/>
          <p14:tracePt t="59736" x="3254375" y="6045200"/>
          <p14:tracePt t="59746" x="3216275" y="6032500"/>
          <p14:tracePt t="59756" x="3192463" y="6032500"/>
          <p14:tracePt t="59766" x="3154363" y="6032500"/>
          <p14:tracePt t="59775" x="3141663" y="6032500"/>
          <p14:tracePt t="59784" x="3128963" y="6032500"/>
          <p14:tracePt t="59797" x="3116263" y="6032500"/>
          <p14:tracePt t="59804" x="3092450" y="6032500"/>
          <p14:tracePt t="59823" x="3079750" y="6032500"/>
          <p14:tracePt t="59834" x="3067050" y="6032500"/>
          <p14:tracePt t="60430" x="3079750" y="6032500"/>
          <p14:tracePt t="60440" x="3092450" y="6032500"/>
          <p14:tracePt t="60451" x="3103563" y="6032500"/>
          <p14:tracePt t="60459" x="3116263" y="6032500"/>
          <p14:tracePt t="60470" x="3128963" y="6032500"/>
          <p14:tracePt t="60482" x="3154363" y="6032500"/>
          <p14:tracePt t="60489" x="3167063" y="6032500"/>
          <p14:tracePt t="60508" x="3192463" y="6032500"/>
          <p14:tracePt t="60527" x="3205163" y="6032500"/>
          <p14:tracePt t="60556" x="3216275" y="6032500"/>
          <p14:tracePt t="60596" x="3228975" y="6032500"/>
          <p14:tracePt t="60615" x="3241675" y="6032500"/>
          <p14:tracePt t="60900" x="3241675" y="6045200"/>
          <p14:tracePt t="60919" x="3241675" y="6056313"/>
          <p14:tracePt t="60937" x="3241675" y="6081713"/>
          <p14:tracePt t="60956" x="3241675" y="6094413"/>
          <p14:tracePt t="60975" x="3241675" y="6107113"/>
          <p14:tracePt t="60985" x="3241675" y="6119813"/>
          <p14:tracePt t="61043" x="3241675" y="6132513"/>
          <p14:tracePt t="61192" x="3228975" y="6132513"/>
          <p14:tracePt t="61201" x="3216275" y="6132513"/>
          <p14:tracePt t="61220" x="3205163" y="6132513"/>
          <p14:tracePt t="61250" x="3192463" y="6132513"/>
          <p14:tracePt t="61270" x="3179763" y="6119813"/>
          <p14:tracePt t="61405" x="3179763" y="6107113"/>
          <p14:tracePt t="61424" x="3192463" y="6107113"/>
          <p14:tracePt t="61435" x="3228975" y="6094413"/>
          <p14:tracePt t="61445" x="3241675" y="6081713"/>
          <p14:tracePt t="61454" x="3254375" y="6081713"/>
          <p14:tracePt t="61464" x="3279775" y="6081713"/>
          <p14:tracePt t="61474" x="3305175" y="6081713"/>
          <p14:tracePt t="61483" x="3317875" y="6081713"/>
          <p14:tracePt t="61493" x="3328988" y="6081713"/>
          <p14:tracePt t="61502" x="3341688" y="6081713"/>
          <p14:tracePt t="61513" x="3354388" y="6081713"/>
          <p14:tracePt t="61522" x="3367088" y="6081713"/>
          <p14:tracePt t="61532" x="3379788" y="6081713"/>
          <p14:tracePt t="61552" x="3405188" y="6081713"/>
          <p14:tracePt t="61571" x="3417888" y="6081713"/>
          <p14:tracePt t="61600" x="3429000" y="6081713"/>
          <p14:tracePt t="61630" x="3441700" y="6081713"/>
          <p14:tracePt t="61651" x="3454400" y="6081713"/>
          <p14:tracePt t="61660" x="3467100" y="6081713"/>
          <p14:tracePt t="62079" x="3492500" y="6094413"/>
          <p14:tracePt t="62088" x="3517900" y="6107113"/>
          <p14:tracePt t="62099" x="3554413" y="6132513"/>
          <p14:tracePt t="62108" x="3630613" y="6169025"/>
          <p14:tracePt t="62118" x="3679825" y="6194425"/>
          <p14:tracePt t="62131" x="3730625" y="6207125"/>
          <p14:tracePt t="62140" x="3743325" y="6219825"/>
          <p14:tracePt t="62149" x="3767138" y="6232525"/>
          <p14:tracePt t="62160" x="3792538" y="6232525"/>
          <p14:tracePt t="62170" x="3805238" y="6245225"/>
          <p14:tracePt t="62182" x="3817938" y="6257925"/>
          <p14:tracePt t="62199" x="3830638" y="6257925"/>
          <p14:tracePt t="62207" x="3830638" y="6269038"/>
          <p14:tracePt t="62218" x="3843338" y="6269038"/>
          <p14:tracePt t="62265" x="3856038" y="6269038"/>
          <p14:tracePt t="62451" x="3843338" y="6269038"/>
          <p14:tracePt t="62464" x="3817938" y="6269038"/>
          <p14:tracePt t="62471" x="3792538" y="6269038"/>
          <p14:tracePt t="62481" x="3779838" y="6269038"/>
          <p14:tracePt t="62491" x="3756025" y="6269038"/>
          <p14:tracePt t="62501" x="3730625" y="6269038"/>
          <p14:tracePt t="62511" x="3705225" y="6269038"/>
          <p14:tracePt t="62520" x="3679825" y="6269038"/>
          <p14:tracePt t="62529" x="3654425" y="6269038"/>
          <p14:tracePt t="62540" x="3630613" y="6269038"/>
          <p14:tracePt t="62549" x="3617913" y="6269038"/>
          <p14:tracePt t="62559" x="3592513" y="6269038"/>
          <p14:tracePt t="62579" x="3579813" y="6269038"/>
          <p14:tracePt t="62587" x="3567113" y="6269038"/>
          <p14:tracePt t="62599" x="3554413" y="6269038"/>
          <p14:tracePt t="62616" x="3541713" y="6269038"/>
          <p14:tracePt t="62626" x="3530600" y="6269038"/>
          <p14:tracePt t="63438" x="3554413" y="6269038"/>
          <p14:tracePt t="63449" x="3567113" y="6269038"/>
          <p14:tracePt t="63457" x="3592513" y="6269038"/>
          <p14:tracePt t="63468" x="3605213" y="6269038"/>
          <p14:tracePt t="63478" x="3630613" y="6269038"/>
          <p14:tracePt t="63487" x="3667125" y="6269038"/>
          <p14:tracePt t="63499" x="3705225" y="6269038"/>
          <p14:tracePt t="63506" x="3717925" y="6269038"/>
          <p14:tracePt t="63519" x="3730625" y="6269038"/>
          <p14:tracePt t="63526" x="3743325" y="6269038"/>
          <p14:tracePt t="63535" x="3756025" y="6269038"/>
          <p14:tracePt t="63547" x="3767138" y="6269038"/>
          <p14:tracePt t="63565" x="3779838" y="6269038"/>
          <p14:tracePt t="63603" x="3792538" y="6269038"/>
          <p14:tracePt t="64317" x="3817938" y="6269038"/>
          <p14:tracePt t="64328" x="3856038" y="6269038"/>
          <p14:tracePt t="64336" x="3943350" y="6257925"/>
          <p14:tracePt t="64347" x="4030663" y="6232525"/>
          <p14:tracePt t="64356" x="4230688" y="6181725"/>
          <p14:tracePt t="64368" x="4468813" y="6094413"/>
          <p14:tracePt t="64376" x="4868863" y="6007100"/>
          <p14:tracePt t="64386" x="5207000" y="5932488"/>
          <p14:tracePt t="64398" x="5545138" y="5843588"/>
          <p14:tracePt t="64405" x="5745163" y="5807075"/>
          <p14:tracePt t="64414" x="5932488" y="5768975"/>
          <p14:tracePt t="64424" x="6057900" y="5743575"/>
          <p14:tracePt t="64433" x="6221413" y="5732463"/>
          <p14:tracePt t="64445" x="6321425" y="5732463"/>
          <p14:tracePt t="64453" x="6408738" y="5719763"/>
          <p14:tracePt t="64462" x="6472238" y="5707063"/>
          <p14:tracePt t="64472" x="6534150" y="5694363"/>
          <p14:tracePt t="64482" x="6572250" y="5694363"/>
          <p14:tracePt t="65028" x="6596063" y="5694363"/>
          <p14:tracePt t="65037" x="6646863" y="5694363"/>
          <p14:tracePt t="65048" x="6708775" y="5694363"/>
          <p14:tracePt t="65057" x="6846888" y="5694363"/>
          <p14:tracePt t="65068" x="6997700" y="5694363"/>
          <p14:tracePt t="65078" x="7185025" y="5719763"/>
          <p14:tracePt t="65087" x="7348538" y="5719763"/>
          <p14:tracePt t="65097" x="7510463" y="5732463"/>
          <p14:tracePt t="65106" x="7648575" y="5732463"/>
          <p14:tracePt t="65116" x="7773988" y="5743575"/>
          <p14:tracePt t="65128" x="7823200" y="5756275"/>
          <p14:tracePt t="65136" x="7897813" y="5768975"/>
          <p14:tracePt t="65145" x="7935913" y="5781675"/>
          <p14:tracePt t="65155" x="7961313" y="5794375"/>
          <p14:tracePt t="65165" x="7974013" y="5794375"/>
          <p14:tracePt t="65176" x="7999413" y="5807075"/>
          <p14:tracePt t="66162" x="8010525" y="5819775"/>
          <p14:tracePt t="66182" x="8035925" y="5819775"/>
          <p14:tracePt t="66193" x="8086725" y="5819775"/>
          <p14:tracePt t="66203" x="8186738" y="5832475"/>
          <p14:tracePt t="66211" x="8335963" y="5832475"/>
          <p14:tracePt t="66220" x="8512175" y="5832475"/>
          <p14:tracePt t="66231" x="8674100" y="5832475"/>
          <p14:tracePt t="66239" x="8786813" y="5832475"/>
          <p14:tracePt t="66250" x="8886825" y="5832475"/>
          <p14:tracePt t="66259" x="9024938" y="5819775"/>
          <p14:tracePt t="66269" x="9075738" y="5819775"/>
          <p14:tracePt t="66278" x="9124950" y="5819775"/>
          <p14:tracePt t="66289" x="9150350" y="5819775"/>
          <p14:tracePt t="66298" x="9175750" y="5819775"/>
          <p14:tracePt t="66309" x="9188450" y="5819775"/>
          <p14:tracePt t="66318" x="9199563" y="5819775"/>
          <p14:tracePt t="66329" x="9212263" y="5819775"/>
          <p14:tracePt t="66524" x="9199563" y="5819775"/>
          <p14:tracePt t="66534" x="9163050" y="5819775"/>
          <p14:tracePt t="66544" x="9112250" y="5819775"/>
          <p14:tracePt t="66554" x="9037638" y="5819775"/>
          <p14:tracePt t="66565" x="8975725" y="5832475"/>
          <p14:tracePt t="66573" x="8874125" y="5832475"/>
          <p14:tracePt t="66584" x="8750300" y="5868988"/>
          <p14:tracePt t="66593" x="8599488" y="5881688"/>
          <p14:tracePt t="66603" x="8412163" y="5907088"/>
          <p14:tracePt t="66616" x="8261350" y="5919788"/>
          <p14:tracePt t="66622" x="8110538" y="5945188"/>
          <p14:tracePt t="66632" x="7974013" y="5956300"/>
          <p14:tracePt t="66640" x="7823200" y="5969000"/>
          <p14:tracePt t="66650" x="7735888" y="5981700"/>
          <p14:tracePt t="66662" x="7673975" y="5994400"/>
          <p14:tracePt t="66670" x="7623175" y="6007100"/>
          <p14:tracePt t="66678" x="7572375" y="6019800"/>
          <p14:tracePt t="66689" x="7535863" y="6032500"/>
          <p14:tracePt t="66698" x="7523163" y="6032500"/>
          <p14:tracePt t="66709" x="7497763" y="6032500"/>
          <p14:tracePt t="66717" x="7485063" y="6045200"/>
          <p14:tracePt t="66729" x="7472363" y="604520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0904708-C2FB-4F1B-8C95-DE80B93C9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4080" y="5152496"/>
            <a:ext cx="2896004" cy="1495634"/>
          </a:xfrm>
          <a:prstGeom prst="rect">
            <a:avLst/>
          </a:prstGeom>
        </p:spPr>
      </p:pic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F1ADBB3-2E75-444A-91ED-F727F073E198}"/>
              </a:ext>
            </a:extLst>
          </p:cNvPr>
          <p:cNvSpPr txBox="1">
            <a:spLocks/>
          </p:cNvSpPr>
          <p:nvPr/>
        </p:nvSpPr>
        <p:spPr>
          <a:xfrm>
            <a:off x="552373" y="4100975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CA6ABDC-126F-41FE-868B-085846435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893" y="1633655"/>
            <a:ext cx="6163535" cy="493463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E9ED52A-51E1-4E04-BA13-456F5E26C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490" y="214232"/>
            <a:ext cx="5906324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00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35"/>
    </mc:Choice>
    <mc:Fallback xmlns="">
      <p:transition spd="slow" advTm="24135"/>
    </mc:Fallback>
  </mc:AlternateContent>
  <p:extLst>
    <p:ext uri="{3A86A75C-4F4B-4683-9AE1-C65F6400EC91}">
      <p14:laserTraceLst xmlns:p14="http://schemas.microsoft.com/office/powerpoint/2010/main">
        <p14:tracePtLst>
          <p14:tracePt t="1241" x="7459663" y="6045200"/>
          <p14:tracePt t="1251" x="7459663" y="6007100"/>
          <p14:tracePt t="1260" x="7435850" y="5894388"/>
          <p14:tracePt t="1270" x="7423150" y="5794375"/>
          <p14:tracePt t="1279" x="7410450" y="5607050"/>
          <p14:tracePt t="1290" x="7410450" y="5430838"/>
          <p14:tracePt t="1299" x="7410450" y="5181600"/>
          <p14:tracePt t="1310" x="7410450" y="4868863"/>
          <p14:tracePt t="1319" x="7410450" y="4679950"/>
          <p14:tracePt t="1329" x="7410450" y="4543425"/>
          <p14:tracePt t="1338" x="7410450" y="4405313"/>
          <p14:tracePt t="1348" x="7410450" y="4217988"/>
          <p14:tracePt t="1358" x="7410450" y="4017963"/>
          <p14:tracePt t="1369" x="7410450" y="3892550"/>
          <p14:tracePt t="1379" x="7410450" y="3754438"/>
          <p14:tracePt t="1389" x="7423150" y="3629025"/>
          <p14:tracePt t="1400" x="7435850" y="3467100"/>
          <p14:tracePt t="1409" x="7448550" y="3241675"/>
          <p14:tracePt t="1417" x="7485063" y="3041650"/>
          <p14:tracePt t="1429" x="7497763" y="2878138"/>
          <p14:tracePt t="1437" x="7523163" y="2665413"/>
          <p14:tracePt t="1448" x="7561263" y="2503488"/>
          <p14:tracePt t="1456" x="7585075" y="2314575"/>
          <p14:tracePt t="1466" x="7635875" y="2078038"/>
          <p14:tracePt t="1476" x="7685088" y="1876425"/>
          <p14:tracePt t="1486" x="7697788" y="1714500"/>
          <p14:tracePt t="1496" x="7735888" y="1601788"/>
          <p14:tracePt t="1506" x="7773988" y="1501775"/>
          <p14:tracePt t="1515" x="7810500" y="1427163"/>
          <p14:tracePt t="1526" x="7835900" y="1389063"/>
          <p14:tracePt t="1535" x="7848600" y="1350963"/>
          <p14:tracePt t="1546" x="7874000" y="1327150"/>
          <p14:tracePt t="1554" x="7886700" y="1314450"/>
          <p14:tracePt t="1993" x="7874000" y="1314450"/>
          <p14:tracePt t="2002" x="7848600" y="1314450"/>
          <p14:tracePt t="2012" x="7823200" y="1314450"/>
          <p14:tracePt t="2021" x="7797800" y="1314450"/>
          <p14:tracePt t="2032" x="7785100" y="1301750"/>
          <p14:tracePt t="2041" x="7748588" y="1276350"/>
          <p14:tracePt t="2052" x="7735888" y="1276350"/>
          <p14:tracePt t="2062" x="7710488" y="1250950"/>
          <p14:tracePt t="2071" x="7685088" y="1250950"/>
          <p14:tracePt t="2080" x="7673975" y="1227138"/>
          <p14:tracePt t="2091" x="7661275" y="1214438"/>
          <p14:tracePt t="2100" x="7648575" y="1201738"/>
          <p14:tracePt t="2111" x="7635875" y="1201738"/>
          <p14:tracePt t="2119" x="7623175" y="1189038"/>
          <p14:tracePt t="2129" x="7623175" y="1176338"/>
          <p14:tracePt t="2139" x="7610475" y="1176338"/>
          <p14:tracePt t="2159" x="7597775" y="1163638"/>
          <p14:tracePt t="2169" x="7585075" y="1163638"/>
          <p14:tracePt t="2180" x="7585075" y="1150938"/>
          <p14:tracePt t="2199" x="7572375" y="1150938"/>
          <p14:tracePt t="2208" x="7572375" y="1138238"/>
          <p14:tracePt t="2217" x="7572375" y="1125538"/>
          <p14:tracePt t="2228" x="7561263" y="1125538"/>
          <p14:tracePt t="2979" x="7548563" y="1138238"/>
          <p14:tracePt t="2998" x="7535863" y="1163638"/>
          <p14:tracePt t="3008" x="7535863" y="1176338"/>
          <p14:tracePt t="3018" x="7535863" y="1201738"/>
          <p14:tracePt t="3028" x="7535863" y="1227138"/>
          <p14:tracePt t="3037" x="7535863" y="1238250"/>
          <p14:tracePt t="3047" x="7535863" y="1250950"/>
          <p14:tracePt t="3058" x="7535863" y="1263650"/>
          <p14:tracePt t="3066" x="7535863" y="1276350"/>
          <p14:tracePt t="3107" x="7535863" y="1289050"/>
          <p14:tracePt t="3126" x="7523163" y="1301750"/>
          <p14:tracePt t="3762" x="7510463" y="1301750"/>
          <p14:tracePt t="3782" x="7497763" y="1314450"/>
          <p14:tracePt t="3792" x="7497763" y="1327150"/>
          <p14:tracePt t="3801" x="7472363" y="1339850"/>
          <p14:tracePt t="3813" x="7472363" y="1350963"/>
          <p14:tracePt t="3820" x="7435850" y="1376363"/>
          <p14:tracePt t="3831" x="7423150" y="1401763"/>
          <p14:tracePt t="3838" x="7385050" y="1439863"/>
          <p14:tracePt t="3849" x="7348538" y="1476375"/>
          <p14:tracePt t="3858" x="7310438" y="1501775"/>
          <p14:tracePt t="3868" x="7285038" y="1527175"/>
          <p14:tracePt t="3878" x="7235825" y="1552575"/>
          <p14:tracePt t="3888" x="7185025" y="1589088"/>
          <p14:tracePt t="3898" x="7123113" y="1639888"/>
          <p14:tracePt t="3907" x="7085013" y="1663700"/>
          <p14:tracePt t="3916" x="7034213" y="1689100"/>
          <p14:tracePt t="3926" x="7010400" y="1714500"/>
          <p14:tracePt t="3935" x="6985000" y="1714500"/>
          <p14:tracePt t="3946" x="6972300" y="1739900"/>
          <p14:tracePt t="3955" x="6946900" y="1752600"/>
          <p14:tracePt t="3965" x="6921500" y="1765300"/>
          <p14:tracePt t="3974" x="6910388" y="1776413"/>
          <p14:tracePt t="3984" x="6897688" y="1776413"/>
          <p14:tracePt t="3995" x="6884988" y="1776413"/>
          <p14:tracePt t="4014" x="6884988" y="1789113"/>
          <p14:tracePt t="4023" x="6872288" y="1789113"/>
          <p14:tracePt t="4406" x="6859588" y="1801813"/>
          <p14:tracePt t="4416" x="6859588" y="1814513"/>
          <p14:tracePt t="4425" x="6859588" y="1827213"/>
          <p14:tracePt t="4435" x="6834188" y="1839913"/>
          <p14:tracePt t="4443" x="6834188" y="1865313"/>
          <p14:tracePt t="4454" x="6821488" y="1889125"/>
          <p14:tracePt t="4464" x="6808788" y="1914525"/>
          <p14:tracePt t="4474" x="6797675" y="1927225"/>
          <p14:tracePt t="4483" x="6797675" y="1939925"/>
          <p14:tracePt t="4494" x="6797675" y="1952625"/>
          <p14:tracePt t="4502" x="6784975" y="1952625"/>
          <p14:tracePt t="4514" x="6784975" y="1965325"/>
          <p14:tracePt t="4542" x="6784975" y="1978025"/>
          <p14:tracePt t="5159" x="6797675" y="1978025"/>
          <p14:tracePt t="5168" x="6821488" y="1989138"/>
          <p14:tracePt t="5178" x="6884988" y="2014538"/>
          <p14:tracePt t="5187" x="6934200" y="2027238"/>
          <p14:tracePt t="5198" x="7021513" y="2052638"/>
          <p14:tracePt t="5206" x="7146925" y="2078038"/>
          <p14:tracePt t="5218" x="7246938" y="2089150"/>
          <p14:tracePt t="5229" x="7385050" y="2139950"/>
          <p14:tracePt t="5236" x="7510463" y="2165350"/>
          <p14:tracePt t="5245" x="7572375" y="2178050"/>
          <p14:tracePt t="5256" x="7610475" y="2190750"/>
          <p14:tracePt t="5266" x="7661275" y="2201863"/>
          <p14:tracePt t="5276" x="7673975" y="2201863"/>
          <p14:tracePt t="5285" x="7685088" y="2214563"/>
          <p14:tracePt t="5295" x="7697788" y="2214563"/>
          <p14:tracePt t="5316" x="7710488" y="2227263"/>
          <p14:tracePt t="5832" x="7723188" y="2227263"/>
          <p14:tracePt t="5851" x="7735888" y="2227263"/>
          <p14:tracePt t="5861" x="7761288" y="2227263"/>
          <p14:tracePt t="5871" x="7773988" y="2239963"/>
          <p14:tracePt t="5882" x="7797800" y="2239963"/>
          <p14:tracePt t="5892" x="7823200" y="2239963"/>
          <p14:tracePt t="5901" x="7861300" y="2239963"/>
          <p14:tracePt t="5913" x="7886700" y="2239963"/>
          <p14:tracePt t="5920" x="7910513" y="2239963"/>
          <p14:tracePt t="5931" x="7923213" y="2239963"/>
          <p14:tracePt t="5938" x="7961313" y="2239963"/>
          <p14:tracePt t="5949" x="7974013" y="2239963"/>
          <p14:tracePt t="5958" x="7986713" y="2239963"/>
          <p14:tracePt t="5976" x="8010525" y="2239963"/>
          <p14:tracePt t="5978" x="8023225" y="2239963"/>
          <p14:tracePt t="5986" x="8035925" y="2239963"/>
          <p14:tracePt t="6006" x="8048625" y="2239963"/>
          <p14:tracePt t="6026" x="8061325" y="2239963"/>
          <p14:tracePt t="6054" x="8074025" y="2239963"/>
          <p14:tracePt t="6084" x="8086725" y="2239963"/>
          <p14:tracePt t="6113" x="8086725" y="2227263"/>
          <p14:tracePt t="6134" x="8099425" y="2227263"/>
          <p14:tracePt t="6175" x="8110538" y="2214563"/>
          <p14:tracePt t="6221" x="8123238" y="2214563"/>
          <p14:tracePt t="6232" x="8123238" y="2201863"/>
          <p14:tracePt t="7287" x="8110538" y="2201863"/>
          <p14:tracePt t="7297" x="8099425" y="2201863"/>
          <p14:tracePt t="7306" x="8061325" y="2201863"/>
          <p14:tracePt t="7318" x="8035925" y="2214563"/>
          <p14:tracePt t="7326" x="7999413" y="2214563"/>
          <p14:tracePt t="7336" x="7974013" y="2214563"/>
          <p14:tracePt t="7345" x="7923213" y="2214563"/>
          <p14:tracePt t="7356" x="7897813" y="2214563"/>
          <p14:tracePt t="7366" x="7861300" y="2214563"/>
          <p14:tracePt t="7376" x="7848600" y="2227263"/>
          <p14:tracePt t="7384" x="7823200" y="2227263"/>
          <p14:tracePt t="7396" x="7810500" y="2227263"/>
          <p14:tracePt t="7403" x="7785100" y="2227263"/>
          <p14:tracePt t="7424" x="7761288" y="2239963"/>
          <p14:tracePt t="7452" x="7748588" y="2239963"/>
          <p14:tracePt t="7462" x="7735888" y="2239963"/>
          <p14:tracePt t="7481" x="7723188" y="2239963"/>
          <p14:tracePt t="8155" x="7735888" y="2239963"/>
          <p14:tracePt t="8164" x="7748588" y="2239963"/>
          <p14:tracePt t="8175" x="7761288" y="2227263"/>
          <p14:tracePt t="8185" x="7773988" y="2227263"/>
          <p14:tracePt t="8195" x="7785100" y="2214563"/>
          <p14:tracePt t="8204" x="7797800" y="2214563"/>
          <p14:tracePt t="8213" x="7810500" y="2214563"/>
          <p14:tracePt t="8223" x="7823200" y="2201863"/>
          <p14:tracePt t="8233" x="7823200" y="2190750"/>
          <p14:tracePt t="8243" x="7835900" y="2190750"/>
          <p14:tracePt t="8294" x="7835900" y="2178050"/>
          <p14:tracePt t="8301" x="7848600" y="2178050"/>
          <p14:tracePt t="9015" x="7861300" y="2178050"/>
          <p14:tracePt t="9043" x="7874000" y="2190750"/>
          <p14:tracePt t="9053" x="7874000" y="2201863"/>
          <p14:tracePt t="9072" x="7874000" y="2214563"/>
          <p14:tracePt t="9082" x="7886700" y="2214563"/>
          <p14:tracePt t="9092" x="7886700" y="2227263"/>
          <p14:tracePt t="9111" x="7886700" y="2252663"/>
          <p14:tracePt t="9121" x="7897813" y="2252663"/>
          <p14:tracePt t="9131" x="7897813" y="2265363"/>
          <p14:tracePt t="9161" x="7897813" y="2278063"/>
          <p14:tracePt t="9230" x="7897813" y="2290763"/>
          <p14:tracePt t="10040" x="7897813" y="2303463"/>
          <p14:tracePt t="10061" x="7897813" y="2314575"/>
          <p14:tracePt t="10069" x="7897813" y="2327275"/>
          <p14:tracePt t="10088" x="7897813" y="2339975"/>
          <p14:tracePt t="10097" x="7910513" y="2365375"/>
          <p14:tracePt t="10117" x="7910513" y="2378075"/>
          <p14:tracePt t="10127" x="7923213" y="2378075"/>
          <p14:tracePt t="10137" x="7923213" y="2390775"/>
          <p14:tracePt t="10186" x="7923213" y="2403475"/>
          <p14:tracePt t="11065" x="7923213" y="2414588"/>
          <p14:tracePt t="11094" x="7923213" y="2427288"/>
          <p14:tracePt t="11103" x="7935913" y="2465388"/>
          <p14:tracePt t="11114" x="7948613" y="2478088"/>
          <p14:tracePt t="11133" x="7948613" y="2503488"/>
          <p14:tracePt t="11143" x="7948613" y="2516188"/>
          <p14:tracePt t="11153" x="7948613" y="2527300"/>
          <p14:tracePt t="11162" x="7961313" y="2527300"/>
          <p14:tracePt t="11172" x="7961313" y="2540000"/>
          <p14:tracePt t="11221" x="7961313" y="2552700"/>
          <p14:tracePt t="12177" x="7961313" y="2578100"/>
          <p14:tracePt t="12188" x="7961313" y="2590800"/>
          <p14:tracePt t="12197" x="7961313" y="2603500"/>
          <p14:tracePt t="12208" x="7961313" y="2616200"/>
          <p14:tracePt t="12218" x="7961313" y="2652713"/>
          <p14:tracePt t="12228" x="7961313" y="2690813"/>
          <p14:tracePt t="12237" x="7961313" y="2703513"/>
          <p14:tracePt t="12247" x="7961313" y="2716213"/>
          <p14:tracePt t="12260" x="7961313" y="2728913"/>
          <p14:tracePt t="12267" x="7961313" y="2752725"/>
          <p14:tracePt t="12287" x="7961313" y="2765425"/>
          <p14:tracePt t="12297" x="7961313" y="2778125"/>
          <p14:tracePt t="12306" x="7961313" y="2790825"/>
          <p14:tracePt t="12315" x="7961313" y="2803525"/>
          <p14:tracePt t="12327" x="7961313" y="2816225"/>
          <p14:tracePt t="12335" x="7948613" y="2828925"/>
          <p14:tracePt t="12354" x="7948613" y="2840038"/>
          <p14:tracePt t="12658" x="7948613" y="2865438"/>
          <p14:tracePt t="12668" x="7935913" y="2890838"/>
          <p14:tracePt t="12676" x="7923213" y="2965450"/>
          <p14:tracePt t="12688" x="7923213" y="3003550"/>
          <p14:tracePt t="12697" x="7910513" y="3065463"/>
          <p14:tracePt t="12707" x="7886700" y="3116263"/>
          <p14:tracePt t="12715" x="7861300" y="3154363"/>
          <p14:tracePt t="12726" x="7848600" y="3228975"/>
          <p14:tracePt t="12735" x="7835900" y="3267075"/>
          <p14:tracePt t="12746" x="7823200" y="3303588"/>
          <p14:tracePt t="12756" x="7810500" y="3328988"/>
          <p14:tracePt t="12764" x="7810500" y="3354388"/>
          <p14:tracePt t="12777" x="7797800" y="3378200"/>
          <p14:tracePt t="12784" x="7785100" y="3390900"/>
          <p14:tracePt t="12796" x="7785100" y="3403600"/>
          <p14:tracePt t="12804" x="7773988" y="3416300"/>
          <p14:tracePt t="12814" x="7773988" y="3429000"/>
          <p14:tracePt t="13889" x="7773988" y="3441700"/>
          <p14:tracePt t="13899" x="7773988" y="3454400"/>
          <p14:tracePt t="13917" x="7773988" y="3467100"/>
          <p14:tracePt t="13928" x="7773988" y="3479800"/>
          <p14:tracePt t="13936" x="7773988" y="3490913"/>
          <p14:tracePt t="13947" x="7773988" y="3503613"/>
          <p14:tracePt t="13956" x="7773988" y="3529013"/>
          <p14:tracePt t="13976" x="7773988" y="3554413"/>
          <p14:tracePt t="13985" x="7785100" y="3554413"/>
          <p14:tracePt t="13995" x="7785100" y="3567113"/>
          <p14:tracePt t="14005" x="7797800" y="3590925"/>
          <p14:tracePt t="14025" x="7797800" y="3603625"/>
          <p14:tracePt t="14045" x="7810500" y="3616325"/>
          <p14:tracePt t="14053" x="7810500" y="3629025"/>
          <p14:tracePt t="14072" x="7823200" y="3641725"/>
          <p14:tracePt t="14093" x="7823200" y="3667125"/>
          <p14:tracePt t="14102" x="7835900" y="3667125"/>
          <p14:tracePt t="14111" x="7835900" y="3679825"/>
          <p14:tracePt t="14894" x="7835900" y="3692525"/>
          <p14:tracePt t="14904" x="7835900" y="3703638"/>
          <p14:tracePt t="14916" x="7848600" y="3703638"/>
          <p14:tracePt t="14927" x="7848600" y="3716338"/>
          <p14:tracePt t="14943" x="7861300" y="3741738"/>
          <p14:tracePt t="14962" x="7874000" y="3754438"/>
          <p14:tracePt t="14992" x="7886700" y="3767138"/>
          <p14:tracePt t="15001" x="7897813" y="3767138"/>
          <p14:tracePt t="15012" x="7897813" y="3779838"/>
          <p14:tracePt t="15031" x="7910513" y="3792538"/>
          <p14:tracePt t="15069" x="7910513" y="3803650"/>
          <p14:tracePt t="15078" x="7923213" y="3803650"/>
          <p14:tracePt t="15775" x="7923213" y="3816350"/>
          <p14:tracePt t="15793" x="7923213" y="3829050"/>
          <p14:tracePt t="15802" x="7923213" y="3841750"/>
          <p14:tracePt t="15821" x="7923213" y="3854450"/>
          <p14:tracePt t="15830" x="7935913" y="3854450"/>
          <p14:tracePt t="15840" x="7935913" y="3867150"/>
          <p14:tracePt t="15862" x="7948613" y="3879850"/>
          <p14:tracePt t="15930" x="7948613" y="3892550"/>
          <p14:tracePt t="16084" x="7948613" y="3905250"/>
          <p14:tracePt t="17217" x="7948613" y="3916363"/>
          <p14:tracePt t="17228" x="7948613" y="3941763"/>
          <p14:tracePt t="17237" x="7948613" y="3967163"/>
          <p14:tracePt t="17248" x="7961313" y="3992563"/>
          <p14:tracePt t="17258" x="7974013" y="4017963"/>
          <p14:tracePt t="17267" x="7974013" y="4041775"/>
          <p14:tracePt t="17277" x="7974013" y="4067175"/>
          <p14:tracePt t="17287" x="7974013" y="4092575"/>
          <p14:tracePt t="17296" x="7974013" y="4105275"/>
          <p14:tracePt t="17309" x="7986713" y="4129088"/>
          <p14:tracePt t="17315" x="7986713" y="4154488"/>
          <p14:tracePt t="17326" x="7986713" y="4167188"/>
          <p14:tracePt t="17335" x="7999413" y="4179888"/>
          <p14:tracePt t="17345" x="7999413" y="4192588"/>
          <p14:tracePt t="17355" x="7999413" y="4205288"/>
          <p14:tracePt t="17365" x="7999413" y="4217988"/>
          <p14:tracePt t="17757" x="7999413" y="4241800"/>
          <p14:tracePt t="17765" x="7999413" y="4254500"/>
          <p14:tracePt t="17776" x="7986713" y="4279900"/>
          <p14:tracePt t="17785" x="7986713" y="4318000"/>
          <p14:tracePt t="17796" x="7974013" y="4330700"/>
          <p14:tracePt t="17805" x="7961313" y="4367213"/>
          <p14:tracePt t="17814" x="7948613" y="4405313"/>
          <p14:tracePt t="17824" x="7935913" y="4430713"/>
          <p14:tracePt t="17833" x="7910513" y="4454525"/>
          <p14:tracePt t="17843" x="7897813" y="4492625"/>
          <p14:tracePt t="17853" x="7886700" y="4530725"/>
          <p14:tracePt t="17862" x="7874000" y="4554538"/>
          <p14:tracePt t="17874" x="7861300" y="4579938"/>
          <p14:tracePt t="17882" x="7848600" y="4592638"/>
          <p14:tracePt t="17892" x="7848600" y="4605338"/>
          <p14:tracePt t="17911" x="7835900" y="4618038"/>
          <p14:tracePt t="17921" x="7835900" y="4630738"/>
          <p14:tracePt t="17931" x="7823200" y="4630738"/>
          <p14:tracePt t="17941" x="7823200" y="4643438"/>
          <p14:tracePt t="18449" x="7823200" y="4656138"/>
          <p14:tracePt t="18459" x="7810500" y="4667250"/>
          <p14:tracePt t="18468" x="7797800" y="4692650"/>
          <p14:tracePt t="18479" x="7797800" y="4718050"/>
          <p14:tracePt t="18490" x="7785100" y="4756150"/>
          <p14:tracePt t="18499" x="7773988" y="4792663"/>
          <p14:tracePt t="18511" x="7761288" y="4818063"/>
          <p14:tracePt t="18518" x="7761288" y="4830763"/>
          <p14:tracePt t="18529" x="7748588" y="4856163"/>
          <p14:tracePt t="18546" x="7748588" y="4868863"/>
          <p14:tracePt t="18566" x="7748588" y="4892675"/>
          <p14:tracePt t="18625" x="7748588" y="4905375"/>
          <p14:tracePt t="18644" x="7735888" y="4905375"/>
          <p14:tracePt t="18675" x="7723188" y="4918075"/>
          <p14:tracePt t="19171" x="7723188" y="4930775"/>
          <p14:tracePt t="19180" x="7723188" y="4943475"/>
          <p14:tracePt t="19200" x="7723188" y="4956175"/>
          <p14:tracePt t="19210" x="7723188" y="4968875"/>
          <p14:tracePt t="19219" x="7723188" y="4981575"/>
          <p14:tracePt t="19239" x="7723188" y="5005388"/>
          <p14:tracePt t="19249" x="7735888" y="5018088"/>
          <p14:tracePt t="19258" x="7735888" y="5030788"/>
          <p14:tracePt t="19288" x="7735888" y="5043488"/>
          <p14:tracePt t="19327" x="7748588" y="5043488"/>
          <p14:tracePt t="19348" x="7748588" y="5056188"/>
          <p14:tracePt t="19368" x="7748588" y="5068888"/>
          <p14:tracePt t="19377" x="7761288" y="5081588"/>
          <p14:tracePt t="19387" x="7761288" y="5092700"/>
          <p14:tracePt t="19396" x="7773988" y="5092700"/>
          <p14:tracePt t="19409" x="7773988" y="5105400"/>
          <p14:tracePt t="19425" x="7773988" y="5118100"/>
          <p14:tracePt t="19445" x="7785100" y="5118100"/>
          <p14:tracePt t="19475" x="7785100" y="5130800"/>
          <p14:tracePt t="20433" x="7785100" y="5143500"/>
          <p14:tracePt t="20443" x="7785100" y="5168900"/>
          <p14:tracePt t="20452" x="7785100" y="5194300"/>
          <p14:tracePt t="20462" x="7785100" y="5243513"/>
          <p14:tracePt t="20472" x="7785100" y="5281613"/>
          <p14:tracePt t="20481" x="7785100" y="5318125"/>
          <p14:tracePt t="20493" x="7785100" y="5356225"/>
          <p14:tracePt t="20500" x="7785100" y="5394325"/>
          <p14:tracePt t="20512" x="7785100" y="5418138"/>
          <p14:tracePt t="20520" x="7785100" y="5430838"/>
          <p14:tracePt t="20530" x="7785100" y="5443538"/>
          <p14:tracePt t="20540" x="7785100" y="5468938"/>
          <p14:tracePt t="20561" x="7785100" y="5481638"/>
          <p14:tracePt t="20569" x="7785100" y="5494338"/>
          <p14:tracePt t="20579" x="7785100" y="5507038"/>
          <p14:tracePt t="20597" x="7785100" y="5518150"/>
          <p14:tracePt t="20607" x="7785100" y="5530850"/>
          <p14:tracePt t="20627" x="7785100" y="5543550"/>
          <p14:tracePt t="21018" x="7785100" y="5568950"/>
          <p14:tracePt t="21039" x="7761288" y="5581650"/>
          <p14:tracePt t="21048" x="7761288" y="5607050"/>
          <p14:tracePt t="21059" x="7748588" y="5630863"/>
          <p14:tracePt t="21067" x="7735888" y="5643563"/>
          <p14:tracePt t="21077" x="7723188" y="5681663"/>
          <p14:tracePt t="21087" x="7723188" y="5694363"/>
          <p14:tracePt t="21097" x="7710488" y="5732463"/>
          <p14:tracePt t="21109" x="7697788" y="5756275"/>
          <p14:tracePt t="21114" x="7685088" y="5768975"/>
          <p14:tracePt t="21126" x="7685088" y="5794375"/>
          <p14:tracePt t="21134" x="7685088" y="5807075"/>
          <p14:tracePt t="21144" x="7673975" y="5832475"/>
          <p14:tracePt t="21163" x="7673975" y="5843588"/>
          <p14:tracePt t="21172" x="7673975" y="5856288"/>
          <p14:tracePt t="21202" x="7673975" y="5868988"/>
          <p14:tracePt t="21231" x="7673975" y="5881688"/>
          <p14:tracePt t="21419" x="7673975" y="5894388"/>
          <p14:tracePt t="21468" x="7673975" y="5907088"/>
          <p14:tracePt t="21496" x="7673975" y="5919788"/>
          <p14:tracePt t="21515" x="7673975" y="5932488"/>
          <p14:tracePt t="21545" x="7673975" y="5945188"/>
          <p14:tracePt t="21565" x="7673975" y="5956300"/>
          <p14:tracePt t="21574" x="7673975" y="5969000"/>
          <p14:tracePt t="22786" x="7673975" y="5981700"/>
          <p14:tracePt t="22808" x="7673975" y="5994400"/>
          <p14:tracePt t="22825" x="7673975" y="6019800"/>
          <p14:tracePt t="22835" x="7673975" y="6032500"/>
          <p14:tracePt t="22846" x="7661275" y="6045200"/>
          <p14:tracePt t="22855" x="7661275" y="6069013"/>
          <p14:tracePt t="22864" x="7661275" y="6094413"/>
          <p14:tracePt t="22875" x="7661275" y="6132513"/>
          <p14:tracePt t="22884" x="7661275" y="6169025"/>
          <p14:tracePt t="22893" x="7661275" y="6194425"/>
          <p14:tracePt t="22903" x="7661275" y="6207125"/>
          <p14:tracePt t="22914" x="7661275" y="6219825"/>
          <p14:tracePt t="22927" x="7661275" y="6232525"/>
          <p14:tracePt t="22952" x="7661275" y="6245225"/>
          <p14:tracePt t="22972" x="7661275" y="6257925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0904708-C2FB-4F1B-8C95-DE80B93C9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4080" y="5152496"/>
            <a:ext cx="2896004" cy="1495634"/>
          </a:xfrm>
          <a:prstGeom prst="rect">
            <a:avLst/>
          </a:prstGeom>
        </p:spPr>
      </p:pic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F1ADBB3-2E75-444A-91ED-F727F073E198}"/>
              </a:ext>
            </a:extLst>
          </p:cNvPr>
          <p:cNvSpPr txBox="1">
            <a:spLocks/>
          </p:cNvSpPr>
          <p:nvPr/>
        </p:nvSpPr>
        <p:spPr>
          <a:xfrm>
            <a:off x="552373" y="4100975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E25B83D-54E9-4925-8BE5-7A4C462EE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702" y="779911"/>
            <a:ext cx="7240010" cy="5868219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220777EB-9A82-42A2-B542-587CF7192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4" y="0"/>
            <a:ext cx="8596668" cy="1320800"/>
          </a:xfrm>
        </p:spPr>
        <p:txBody>
          <a:bodyPr/>
          <a:lstStyle/>
          <a:p>
            <a:r>
              <a:rPr lang="en-US" b="1" dirty="0" err="1"/>
              <a:t>Programa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Phyton:</a:t>
            </a:r>
          </a:p>
        </p:txBody>
      </p:sp>
    </p:spTree>
    <p:extLst>
      <p:ext uri="{BB962C8B-B14F-4D97-AF65-F5344CB8AC3E}">
        <p14:creationId xmlns:p14="http://schemas.microsoft.com/office/powerpoint/2010/main" val="3254098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695"/>
    </mc:Choice>
    <mc:Fallback xmlns="">
      <p:transition spd="slow" advTm="194695"/>
    </mc:Fallback>
  </mc:AlternateContent>
  <p:extLst>
    <p:ext uri="{3A86A75C-4F4B-4683-9AE1-C65F6400EC91}">
      <p14:laserTraceLst xmlns:p14="http://schemas.microsoft.com/office/powerpoint/2010/main">
        <p14:tracePtLst>
          <p14:tracePt t="1217" x="7635875" y="6257925"/>
          <p14:tracePt t="1226" x="7597775" y="6232525"/>
          <p14:tracePt t="1236" x="7523163" y="6181725"/>
          <p14:tracePt t="1247" x="7423150" y="6119813"/>
          <p14:tracePt t="1255" x="7297738" y="6045200"/>
          <p14:tracePt t="1264" x="7059613" y="5907088"/>
          <p14:tracePt t="1275" x="6797675" y="5756275"/>
          <p14:tracePt t="1283" x="6559550" y="5619750"/>
          <p14:tracePt t="1294" x="6283325" y="5394325"/>
          <p14:tracePt t="1303" x="5957888" y="5143500"/>
          <p14:tracePt t="1313" x="5708650" y="4930775"/>
          <p14:tracePt t="1322" x="5394325" y="4679950"/>
          <p14:tracePt t="1333" x="5094288" y="4379913"/>
          <p14:tracePt t="1344" x="4806950" y="4092575"/>
          <p14:tracePt t="1352" x="4556125" y="3803650"/>
          <p14:tracePt t="1362" x="4394200" y="3616325"/>
          <p14:tracePt t="1372" x="4268788" y="3467100"/>
          <p14:tracePt t="1381" x="4105275" y="3228975"/>
          <p14:tracePt t="1391" x="4017963" y="3103563"/>
          <p14:tracePt t="1401" x="3956050" y="2978150"/>
          <p14:tracePt t="1411" x="3905250" y="2890838"/>
          <p14:tracePt t="1421" x="3856038" y="2816225"/>
          <p14:tracePt t="1430" x="3805238" y="2752725"/>
          <p14:tracePt t="1441" x="3792538" y="2716213"/>
          <p14:tracePt t="1449" x="3779838" y="2703513"/>
          <p14:tracePt t="2044" x="3756025" y="2678113"/>
          <p14:tracePt t="2054" x="3743325" y="2640013"/>
          <p14:tracePt t="2064" x="3679825" y="2527300"/>
          <p14:tracePt t="2074" x="3592513" y="2378075"/>
          <p14:tracePt t="2083" x="3505200" y="2178050"/>
          <p14:tracePt t="2093" x="3405188" y="1952625"/>
          <p14:tracePt t="2102" x="3267075" y="1576388"/>
          <p14:tracePt t="2113" x="3205163" y="1376363"/>
          <p14:tracePt t="2122" x="3154363" y="1227138"/>
          <p14:tracePt t="2132" x="3128963" y="1163638"/>
          <p14:tracePt t="2142" x="3103563" y="1089025"/>
          <p14:tracePt t="2152" x="3092450" y="1076325"/>
          <p14:tracePt t="2162" x="3079750" y="1038225"/>
          <p14:tracePt t="2173" x="3067050" y="1014413"/>
          <p14:tracePt t="2182" x="3067050" y="1001713"/>
          <p14:tracePt t="2193" x="3054350" y="989013"/>
          <p14:tracePt t="2212" x="3041650" y="976313"/>
          <p14:tracePt t="2222" x="3041650" y="963613"/>
          <p14:tracePt t="2241" x="3028950" y="950913"/>
          <p14:tracePt t="2808" x="3003550" y="950913"/>
          <p14:tracePt t="2818" x="2979738" y="950913"/>
          <p14:tracePt t="2829" x="2954338" y="950913"/>
          <p14:tracePt t="2838" x="2916238" y="950913"/>
          <p14:tracePt t="2848" x="2867025" y="950913"/>
          <p14:tracePt t="2858" x="2803525" y="950913"/>
          <p14:tracePt t="2867" x="2754313" y="950913"/>
          <p14:tracePt t="2876" x="2641600" y="963613"/>
          <p14:tracePt t="2894" x="2478088" y="989013"/>
          <p14:tracePt t="2908" x="2403475" y="989013"/>
          <p14:tracePt t="2914" x="2328863" y="1014413"/>
          <p14:tracePt t="2924" x="2290763" y="1014413"/>
          <p14:tracePt t="2934" x="2252663" y="1025525"/>
          <p14:tracePt t="2944" x="2228850" y="1038225"/>
          <p14:tracePt t="2953" x="2203450" y="1050925"/>
          <p14:tracePt t="2963" x="2178050" y="1050925"/>
          <p14:tracePt t="2972" x="2139950" y="1063625"/>
          <p14:tracePt t="2982" x="2139950" y="1076325"/>
          <p14:tracePt t="2992" x="2127250" y="1076325"/>
          <p14:tracePt t="3002" x="2103438" y="1076325"/>
          <p14:tracePt t="3678" x="2116138" y="1076325"/>
          <p14:tracePt t="3688" x="2139950" y="1076325"/>
          <p14:tracePt t="3697" x="2165350" y="1076325"/>
          <p14:tracePt t="3709" x="2216150" y="1076325"/>
          <p14:tracePt t="3717" x="2265363" y="1076325"/>
          <p14:tracePt t="3726" x="2316163" y="1076325"/>
          <p14:tracePt t="3736" x="2378075" y="1076325"/>
          <p14:tracePt t="3746" x="2428875" y="1076325"/>
          <p14:tracePt t="3756" x="2516188" y="1063625"/>
          <p14:tracePt t="3766" x="2616200" y="1050925"/>
          <p14:tracePt t="3774" x="2667000" y="1038225"/>
          <p14:tracePt t="3785" x="2716213" y="1038225"/>
          <p14:tracePt t="3794" x="2778125" y="1025525"/>
          <p14:tracePt t="3804" x="2803525" y="1014413"/>
          <p14:tracePt t="3813" x="2841625" y="1014413"/>
          <p14:tracePt t="3825" x="2867025" y="1001713"/>
          <p14:tracePt t="3833" x="2890838" y="1001713"/>
          <p14:tracePt t="3844" x="2916238" y="989013"/>
          <p14:tracePt t="3852" x="2928938" y="989013"/>
          <p14:tracePt t="4508" x="2954338" y="976313"/>
          <p14:tracePt t="4517" x="2967038" y="976313"/>
          <p14:tracePt t="4528" x="2979738" y="976313"/>
          <p14:tracePt t="4537" x="3016250" y="963613"/>
          <p14:tracePt t="4547" x="3054350" y="950913"/>
          <p14:tracePt t="4558" x="3092450" y="938213"/>
          <p14:tracePt t="4567" x="3128963" y="938213"/>
          <p14:tracePt t="4577" x="3179763" y="925513"/>
          <p14:tracePt t="4586" x="3205163" y="912813"/>
          <p14:tracePt t="4597" x="3228975" y="901700"/>
          <p14:tracePt t="4609" x="3267075" y="901700"/>
          <p14:tracePt t="4615" x="3292475" y="889000"/>
          <p14:tracePt t="4634" x="3305175" y="876300"/>
          <p14:tracePt t="4646" x="3317875" y="876300"/>
          <p14:tracePt t="4664" x="3328988" y="876300"/>
          <p14:tracePt t="4683" x="3328988" y="863600"/>
          <p14:tracePt t="4692" x="3354388" y="863600"/>
          <p14:tracePt t="4703" x="3354388" y="850900"/>
          <p14:tracePt t="4712" x="3367088" y="838200"/>
          <p14:tracePt t="4731" x="3379788" y="825500"/>
          <p14:tracePt t="4751" x="3379788" y="812800"/>
          <p14:tracePt t="4760" x="3392488" y="812800"/>
          <p14:tracePt t="4771" x="3392488" y="801688"/>
          <p14:tracePt t="4780" x="3405188" y="801688"/>
          <p14:tracePt t="4792" x="3405188" y="788988"/>
          <p14:tracePt t="4802" x="3405188" y="776288"/>
          <p14:tracePt t="4810" x="3417888" y="776288"/>
          <p14:tracePt t="4821" x="3417888" y="763588"/>
          <p14:tracePt t="4829" x="3417888" y="750888"/>
          <p14:tracePt t="4892" x="3417888" y="738188"/>
          <p14:tracePt t="4918" x="3417888" y="725488"/>
          <p14:tracePt t="4938" x="3417888" y="712788"/>
          <p14:tracePt t="4946" x="3405188" y="700088"/>
          <p14:tracePt t="4958" x="3392488" y="700088"/>
          <p14:tracePt t="4966" x="3379788" y="700088"/>
          <p14:tracePt t="4977" x="3379788" y="688975"/>
          <p14:tracePt t="4995" x="3367088" y="688975"/>
          <p14:tracePt t="5014" x="3354388" y="688975"/>
          <p14:tracePt t="5053" x="3341688" y="676275"/>
          <p14:tracePt t="5092" x="3328988" y="676275"/>
          <p14:tracePt t="8013" x="3328988" y="688975"/>
          <p14:tracePt t="8025" x="3317875" y="725488"/>
          <p14:tracePt t="8032" x="3317875" y="750888"/>
          <p14:tracePt t="8042" x="3317875" y="763588"/>
          <p14:tracePt t="8051" x="3305175" y="776288"/>
          <p14:tracePt t="8062" x="3305175" y="788988"/>
          <p14:tracePt t="8072" x="3305175" y="801688"/>
          <p14:tracePt t="8091" x="3305175" y="812800"/>
          <p14:tracePt t="8110" x="3305175" y="825500"/>
          <p14:tracePt t="8122" x="3305175" y="838200"/>
          <p14:tracePt t="8130" x="3292475" y="850900"/>
          <p14:tracePt t="8149" x="3292475" y="863600"/>
          <p14:tracePt t="8179" x="3279775" y="863600"/>
          <p14:tracePt t="8188" x="3279775" y="876300"/>
          <p14:tracePt t="8219" x="3279775" y="889000"/>
          <p14:tracePt t="10508" x="3279775" y="901700"/>
          <p14:tracePt t="10516" x="3279775" y="912813"/>
          <p14:tracePt t="10525" x="3254375" y="938213"/>
          <p14:tracePt t="10534" x="3254375" y="963613"/>
          <p14:tracePt t="10543" x="3216275" y="1001713"/>
          <p14:tracePt t="10553" x="3205163" y="1025525"/>
          <p14:tracePt t="10562" x="3167063" y="1063625"/>
          <p14:tracePt t="10574" x="3103563" y="1101725"/>
          <p14:tracePt t="10582" x="3003550" y="1163638"/>
          <p14:tracePt t="10592" x="2903538" y="1227138"/>
          <p14:tracePt t="10601" x="2778125" y="1289050"/>
          <p14:tracePt t="10611" x="2690813" y="1327150"/>
          <p14:tracePt t="10621" x="2603500" y="1350963"/>
          <p14:tracePt t="10631" x="2541588" y="1376363"/>
          <p14:tracePt t="10640" x="2478088" y="1401763"/>
          <p14:tracePt t="10650" x="2428875" y="1427163"/>
          <p14:tracePt t="10660" x="2378075" y="1427163"/>
          <p14:tracePt t="10671" x="2352675" y="1450975"/>
          <p14:tracePt t="10679" x="2316163" y="1463675"/>
          <p14:tracePt t="10690" x="2290763" y="1463675"/>
          <p14:tracePt t="10700" x="2265363" y="1476375"/>
          <p14:tracePt t="10710" x="2239963" y="1489075"/>
          <p14:tracePt t="10720" x="2228850" y="1501775"/>
          <p14:tracePt t="10729" x="2228850" y="1514475"/>
          <p14:tracePt t="10739" x="2190750" y="1514475"/>
          <p14:tracePt t="11168" x="2203450" y="1514475"/>
          <p14:tracePt t="11178" x="2228850" y="1514475"/>
          <p14:tracePt t="11187" x="2252663" y="1514475"/>
          <p14:tracePt t="11197" x="2290763" y="1501775"/>
          <p14:tracePt t="11207" x="2316163" y="1489075"/>
          <p14:tracePt t="11218" x="2352675" y="1489075"/>
          <p14:tracePt t="11227" x="2390775" y="1476375"/>
          <p14:tracePt t="11240" x="2403475" y="1476375"/>
          <p14:tracePt t="11247" x="2441575" y="1463675"/>
          <p14:tracePt t="11259" x="2452688" y="1463675"/>
          <p14:tracePt t="11266" x="2465388" y="1463675"/>
          <p14:tracePt t="11276" x="2478088" y="1463675"/>
          <p14:tracePt t="11286" x="2478088" y="1450975"/>
          <p14:tracePt t="11296" x="2490788" y="1450975"/>
          <p14:tracePt t="11307" x="2503488" y="1450975"/>
          <p14:tracePt t="11316" x="2503488" y="1439863"/>
          <p14:tracePt t="11335" x="2516188" y="1439863"/>
          <p14:tracePt t="11344" x="2516188" y="1427163"/>
          <p14:tracePt t="11357" x="2528888" y="1427163"/>
          <p14:tracePt t="11363" x="2528888" y="1414463"/>
          <p14:tracePt t="11374" x="2541588" y="1414463"/>
          <p14:tracePt t="11394" x="2554288" y="1414463"/>
          <p14:tracePt t="11424" x="2554288" y="1401763"/>
          <p14:tracePt t="11454" x="2554288" y="1389063"/>
          <p14:tracePt t="11474" x="2554288" y="1363663"/>
          <p14:tracePt t="11481" x="2554288" y="1350963"/>
          <p14:tracePt t="11491" x="2554288" y="1339850"/>
          <p14:tracePt t="11510" x="2554288" y="1327150"/>
          <p14:tracePt t="11522" x="2541588" y="1314450"/>
          <p14:tracePt t="11549" x="2528888" y="1314450"/>
          <p14:tracePt t="11569" x="2528888" y="1301750"/>
          <p14:tracePt t="11589" x="2516188" y="1301750"/>
          <p14:tracePt t="11628" x="2503488" y="1301750"/>
          <p14:tracePt t="12116" x="2516188" y="1301750"/>
          <p14:tracePt t="12125" x="2541588" y="1289050"/>
          <p14:tracePt t="12136" x="2565400" y="1289050"/>
          <p14:tracePt t="12145" x="2590800" y="1289050"/>
          <p14:tracePt t="12155" x="2641600" y="1289050"/>
          <p14:tracePt t="12164" x="2678113" y="1289050"/>
          <p14:tracePt t="12174" x="2703513" y="1289050"/>
          <p14:tracePt t="12183" x="2754313" y="1289050"/>
          <p14:tracePt t="12194" x="2816225" y="1289050"/>
          <p14:tracePt t="12204" x="2867025" y="1276350"/>
          <p14:tracePt t="12213" x="2916238" y="1276350"/>
          <p14:tracePt t="12223" x="2954338" y="1276350"/>
          <p14:tracePt t="12233" x="2979738" y="1276350"/>
          <p14:tracePt t="12242" x="3016250" y="1276350"/>
          <p14:tracePt t="12252" x="3028950" y="1276350"/>
          <p14:tracePt t="12262" x="3041650" y="1276350"/>
          <p14:tracePt t="12282" x="3054350" y="1276350"/>
          <p14:tracePt t="12293" x="3067050" y="1276350"/>
          <p14:tracePt t="13534" x="3079750" y="1276350"/>
          <p14:tracePt t="13543" x="3092450" y="1276350"/>
          <p14:tracePt t="13553" x="3116263" y="1289050"/>
          <p14:tracePt t="13563" x="3167063" y="1301750"/>
          <p14:tracePt t="13575" x="3241675" y="1314450"/>
          <p14:tracePt t="13581" x="3328988" y="1339850"/>
          <p14:tracePt t="13593" x="3429000" y="1350963"/>
          <p14:tracePt t="13600" x="3567113" y="1389063"/>
          <p14:tracePt t="13611" x="3654425" y="1401763"/>
          <p14:tracePt t="13621" x="3743325" y="1439863"/>
          <p14:tracePt t="13630" x="3830638" y="1463675"/>
          <p14:tracePt t="13641" x="3905250" y="1489075"/>
          <p14:tracePt t="13650" x="3943350" y="1501775"/>
          <p14:tracePt t="13659" x="3979863" y="1514475"/>
          <p14:tracePt t="13669" x="4005263" y="1514475"/>
          <p14:tracePt t="13679" x="4043363" y="1539875"/>
          <p14:tracePt t="13689" x="4081463" y="1552575"/>
          <p14:tracePt t="13698" x="4117975" y="1563688"/>
          <p14:tracePt t="13709" x="4168775" y="1601788"/>
          <p14:tracePt t="13718" x="4217988" y="1627188"/>
          <p14:tracePt t="13728" x="4243388" y="1639888"/>
          <p14:tracePt t="13740" x="4256088" y="1652588"/>
          <p14:tracePt t="19032" x="4268788" y="1652588"/>
          <p14:tracePt t="19060" x="4281488" y="1652588"/>
          <p14:tracePt t="19072" x="4294188" y="1652588"/>
          <p14:tracePt t="19079" x="4305300" y="1652588"/>
          <p14:tracePt t="19090" x="4330700" y="1652588"/>
          <p14:tracePt t="19099" x="4356100" y="1652588"/>
          <p14:tracePt t="19109" x="4368800" y="1652588"/>
          <p14:tracePt t="19119" x="4381500" y="1652588"/>
          <p14:tracePt t="19129" x="4406900" y="1652588"/>
          <p14:tracePt t="19139" x="4418013" y="1652588"/>
          <p14:tracePt t="19148" x="4430713" y="1652588"/>
          <p14:tracePt t="19158" x="4456113" y="1676400"/>
          <p14:tracePt t="19168" x="4468813" y="1676400"/>
          <p14:tracePt t="19178" x="4481513" y="1676400"/>
          <p14:tracePt t="19198" x="4494213" y="1689100"/>
          <p14:tracePt t="19217" x="4494213" y="1701800"/>
          <p14:tracePt t="19226" x="4506913" y="1701800"/>
          <p14:tracePt t="19266" x="4518025" y="1714500"/>
          <p14:tracePt t="19295" x="4530725" y="1714500"/>
          <p14:tracePt t="19335" x="4530725" y="1727200"/>
          <p14:tracePt t="19832" x="4543425" y="1739900"/>
          <p14:tracePt t="19842" x="4556125" y="1752600"/>
          <p14:tracePt t="19852" x="4568825" y="1765300"/>
          <p14:tracePt t="19862" x="4581525" y="1765300"/>
          <p14:tracePt t="19872" x="4581525" y="1789113"/>
          <p14:tracePt t="19881" x="4606925" y="1801813"/>
          <p14:tracePt t="19901" x="4630738" y="1814513"/>
          <p14:tracePt t="19921" x="4643438" y="1814513"/>
          <p14:tracePt t="19929" x="4656138" y="1839913"/>
          <p14:tracePt t="19940" x="4668838" y="1839913"/>
          <p14:tracePt t="19950" x="4706938" y="1852613"/>
          <p14:tracePt t="19959" x="4719638" y="1865313"/>
          <p14:tracePt t="19969" x="4732338" y="1865313"/>
          <p14:tracePt t="19979" x="4756150" y="1876425"/>
          <p14:tracePt t="19989" x="4768850" y="1889125"/>
          <p14:tracePt t="19998" x="4781550" y="1889125"/>
          <p14:tracePt t="20008" x="4794250" y="1889125"/>
          <p14:tracePt t="20018" x="4794250" y="1901825"/>
          <p14:tracePt t="20028" x="4819650" y="1901825"/>
          <p14:tracePt t="20056" x="4832350" y="1901825"/>
          <p14:tracePt t="20067" x="4832350" y="1914525"/>
          <p14:tracePt t="20860" x="4856163" y="1927225"/>
          <p14:tracePt t="20873" x="4881563" y="1927225"/>
          <p14:tracePt t="20880" x="4919663" y="1939925"/>
          <p14:tracePt t="20891" x="4945063" y="1965325"/>
          <p14:tracePt t="20899" x="4994275" y="1965325"/>
          <p14:tracePt t="20909" x="5057775" y="1989138"/>
          <p14:tracePt t="20919" x="5094288" y="2001838"/>
          <p14:tracePt t="20928" x="5132388" y="2027238"/>
          <p14:tracePt t="20940" x="5145088" y="2027238"/>
          <p14:tracePt t="20948" x="5170488" y="2039938"/>
          <p14:tracePt t="20959" x="5194300" y="2039938"/>
          <p14:tracePt t="20967" x="5194300" y="2052638"/>
          <p14:tracePt t="20975" x="5207000" y="2052638"/>
          <p14:tracePt t="20987" x="5219700" y="2052638"/>
          <p14:tracePt t="21015" x="5232400" y="2052638"/>
          <p14:tracePt t="23027" x="5245100" y="2052638"/>
          <p14:tracePt t="23037" x="5270500" y="2052638"/>
          <p14:tracePt t="23046" x="5294313" y="2052638"/>
          <p14:tracePt t="23056" x="5319713" y="2052638"/>
          <p14:tracePt t="23066" x="5370513" y="2052638"/>
          <p14:tracePt t="23075" x="5419725" y="2052638"/>
          <p14:tracePt t="23085" x="5470525" y="2052638"/>
          <p14:tracePt t="23095" x="5532438" y="2039938"/>
          <p14:tracePt t="23105" x="5570538" y="2039938"/>
          <p14:tracePt t="23114" x="5607050" y="2027238"/>
          <p14:tracePt t="23124" x="5632450" y="2014538"/>
          <p14:tracePt t="23133" x="5657850" y="2001838"/>
          <p14:tracePt t="23144" x="5683250" y="2001838"/>
          <p14:tracePt t="23154" x="5708650" y="2001838"/>
          <p14:tracePt t="23163" x="5732463" y="1989138"/>
          <p14:tracePt t="23172" x="5757863" y="1989138"/>
          <p14:tracePt t="23183" x="5770563" y="1989138"/>
          <p14:tracePt t="23192" x="5808663" y="1978025"/>
          <p14:tracePt t="23203" x="5821363" y="1978025"/>
          <p14:tracePt t="23212" x="5832475" y="1965325"/>
          <p14:tracePt t="23222" x="5845175" y="1965325"/>
          <p14:tracePt t="24151" x="5870575" y="1965325"/>
          <p14:tracePt t="24160" x="5908675" y="1965325"/>
          <p14:tracePt t="24170" x="5945188" y="1965325"/>
          <p14:tracePt t="24179" x="6021388" y="1965325"/>
          <p14:tracePt t="24189" x="6070600" y="1965325"/>
          <p14:tracePt t="24198" x="6146800" y="1965325"/>
          <p14:tracePt t="24208" x="6234113" y="1965325"/>
          <p14:tracePt t="24218" x="6334125" y="1965325"/>
          <p14:tracePt t="24228" x="6421438" y="1965325"/>
          <p14:tracePt t="24238" x="6472238" y="1965325"/>
          <p14:tracePt t="24248" x="6508750" y="1965325"/>
          <p14:tracePt t="24257" x="6559550" y="1965325"/>
          <p14:tracePt t="24268" x="6584950" y="1965325"/>
          <p14:tracePt t="24276" x="6608763" y="1965325"/>
          <p14:tracePt t="24287" x="6634163" y="1965325"/>
          <p14:tracePt t="24296" x="6646863" y="1965325"/>
          <p14:tracePt t="24306" x="6659563" y="1965325"/>
          <p14:tracePt t="24316" x="6672263" y="1965325"/>
          <p14:tracePt t="24335" x="6684963" y="1965325"/>
          <p14:tracePt t="24720" x="6708775" y="1965325"/>
          <p14:tracePt t="24728" x="6746875" y="1965325"/>
          <p14:tracePt t="24738" x="6772275" y="1965325"/>
          <p14:tracePt t="24747" x="6821488" y="1989138"/>
          <p14:tracePt t="24758" x="6897688" y="2014538"/>
          <p14:tracePt t="24767" x="6921500" y="2014538"/>
          <p14:tracePt t="24776" x="6959600" y="2027238"/>
          <p14:tracePt t="24787" x="6985000" y="2039938"/>
          <p14:tracePt t="24795" x="6997700" y="2039938"/>
          <p14:tracePt t="24806" x="7010400" y="2039938"/>
          <p14:tracePt t="24815" x="7021513" y="2039938"/>
          <p14:tracePt t="24824" x="7021513" y="2052638"/>
          <p14:tracePt t="24855" x="7034213" y="2052638"/>
          <p14:tracePt t="25069" x="7034213" y="2065338"/>
          <p14:tracePt t="25098" x="7021513" y="2078038"/>
          <p14:tracePt t="25108" x="7010400" y="2078038"/>
          <p14:tracePt t="25119" x="6972300" y="2089150"/>
          <p14:tracePt t="25127" x="6921500" y="2089150"/>
          <p14:tracePt t="25137" x="6808788" y="2101850"/>
          <p14:tracePt t="25146" x="6634163" y="2139950"/>
          <p14:tracePt t="25156" x="6408738" y="2165350"/>
          <p14:tracePt t="25165" x="6157913" y="2190750"/>
          <p14:tracePt t="25176" x="5932488" y="2201863"/>
          <p14:tracePt t="25185" x="5695950" y="2201863"/>
          <p14:tracePt t="25195" x="5570538" y="2201863"/>
          <p14:tracePt t="25204" x="5445125" y="2214563"/>
          <p14:tracePt t="25215" x="5345113" y="2214563"/>
          <p14:tracePt t="25224" x="5281613" y="2227263"/>
          <p14:tracePt t="25235" x="5219700" y="2227263"/>
          <p14:tracePt t="25243" x="5170488" y="2239963"/>
          <p14:tracePt t="25254" x="5132388" y="2239963"/>
          <p14:tracePt t="25674" x="5119688" y="2239963"/>
          <p14:tracePt t="25684" x="5106988" y="2239963"/>
          <p14:tracePt t="25694" x="5094288" y="2239963"/>
          <p14:tracePt t="25704" x="5081588" y="2239963"/>
          <p14:tracePt t="25713" x="5045075" y="2239963"/>
          <p14:tracePt t="25723" x="4981575" y="2239963"/>
          <p14:tracePt t="25733" x="4919663" y="2239963"/>
          <p14:tracePt t="25742" x="4843463" y="2239963"/>
          <p14:tracePt t="25753" x="4756150" y="2239963"/>
          <p14:tracePt t="25761" x="4619625" y="2239963"/>
          <p14:tracePt t="25771" x="4518025" y="2239963"/>
          <p14:tracePt t="25780" x="4368800" y="2239963"/>
          <p14:tracePt t="25791" x="4230688" y="2239963"/>
          <p14:tracePt t="25801" x="4056063" y="2239963"/>
          <p14:tracePt t="25810" x="3905250" y="2239963"/>
          <p14:tracePt t="25821" x="3792538" y="2239963"/>
          <p14:tracePt t="25830" x="3643313" y="2265363"/>
          <p14:tracePt t="25840" x="3505200" y="2278063"/>
          <p14:tracePt t="25850" x="3405188" y="2303463"/>
          <p14:tracePt t="25860" x="3328988" y="2314575"/>
          <p14:tracePt t="25870" x="3267075" y="2327275"/>
          <p14:tracePt t="25886" x="3205163" y="2327275"/>
          <p14:tracePt t="25888" x="3167063" y="2327275"/>
          <p14:tracePt t="25899" x="3128963" y="2339975"/>
          <p14:tracePt t="25908" x="3103563" y="2339975"/>
          <p14:tracePt t="26270" x="3092450" y="2339975"/>
          <p14:tracePt t="26289" x="3079750" y="2352675"/>
          <p14:tracePt t="26299" x="3067050" y="2352675"/>
          <p14:tracePt t="26309" x="3041650" y="2352675"/>
          <p14:tracePt t="26318" x="3003550" y="2352675"/>
          <p14:tracePt t="26328" x="2979738" y="2365375"/>
          <p14:tracePt t="26338" x="2941638" y="2365375"/>
          <p14:tracePt t="26348" x="2890838" y="2365375"/>
          <p14:tracePt t="26357" x="2841625" y="2365375"/>
          <p14:tracePt t="26368" x="2803525" y="2365375"/>
          <p14:tracePt t="26377" x="2767013" y="2365375"/>
          <p14:tracePt t="26387" x="2741613" y="2365375"/>
          <p14:tracePt t="26397" x="2716213" y="2365375"/>
          <p14:tracePt t="26407" x="2690813" y="2365375"/>
          <p14:tracePt t="26417" x="2654300" y="2365375"/>
          <p14:tracePt t="26426" x="2628900" y="2365375"/>
          <p14:tracePt t="26436" x="2603500" y="2365375"/>
          <p14:tracePt t="26446" x="2590800" y="2365375"/>
          <p14:tracePt t="26455" x="2578100" y="2365375"/>
          <p14:tracePt t="26465" x="2554288" y="2365375"/>
          <p14:tracePt t="26475" x="2541588" y="2352675"/>
          <p14:tracePt t="26487" x="2528888" y="2352675"/>
          <p14:tracePt t="26495" x="2503488" y="2352675"/>
          <p14:tracePt t="26506" x="2490788" y="2352675"/>
          <p14:tracePt t="26515" x="2478088" y="2352675"/>
          <p14:tracePt t="26525" x="2465388" y="2352675"/>
          <p14:tracePt t="26537" x="2441575" y="2352675"/>
          <p14:tracePt t="26554" x="2428875" y="2352675"/>
          <p14:tracePt t="27327" x="2416175" y="2352675"/>
          <p14:tracePt t="27338" x="2403475" y="2352675"/>
          <p14:tracePt t="27356" x="2390775" y="2352675"/>
          <p14:tracePt t="27366" x="2365375" y="2352675"/>
          <p14:tracePt t="27375" x="2352675" y="2339975"/>
          <p14:tracePt t="27388" x="2328863" y="2339975"/>
          <p14:tracePt t="27395" x="2303463" y="2327275"/>
          <p14:tracePt t="27405" x="2265363" y="2314575"/>
          <p14:tracePt t="27414" x="2239963" y="2314575"/>
          <p14:tracePt t="27425" x="2216150" y="2290763"/>
          <p14:tracePt t="27434" x="2178050" y="2278063"/>
          <p14:tracePt t="27444" x="2152650" y="2278063"/>
          <p14:tracePt t="27455" x="2116138" y="2265363"/>
          <p14:tracePt t="27473" x="2103438" y="2252663"/>
          <p14:tracePt t="27482" x="2078038" y="2252663"/>
          <p14:tracePt t="27502" x="2065338" y="2252663"/>
          <p14:tracePt t="27521" x="2052638" y="2252663"/>
          <p14:tracePt t="27560" x="2039938" y="2252663"/>
          <p14:tracePt t="27590" x="2027238" y="2252663"/>
          <p14:tracePt t="28292" x="2039938" y="2252663"/>
          <p14:tracePt t="28302" x="2078038" y="2252663"/>
          <p14:tracePt t="28312" x="2103438" y="2278063"/>
          <p14:tracePt t="28321" x="2152650" y="2278063"/>
          <p14:tracePt t="28331" x="2203450" y="2303463"/>
          <p14:tracePt t="28340" x="2316163" y="2327275"/>
          <p14:tracePt t="28351" x="2378075" y="2339975"/>
          <p14:tracePt t="28360" x="2465388" y="2365375"/>
          <p14:tracePt t="28370" x="2590800" y="2365375"/>
          <p14:tracePt t="28379" x="2690813" y="2378075"/>
          <p14:tracePt t="28390" x="2790825" y="2378075"/>
          <p14:tracePt t="28400" x="2879725" y="2378075"/>
          <p14:tracePt t="28410" x="2928938" y="2378075"/>
          <p14:tracePt t="28421" x="2967038" y="2378075"/>
          <p14:tracePt t="28430" x="2992438" y="2378075"/>
          <p14:tracePt t="28439" x="3003550" y="2378075"/>
          <p14:tracePt t="28449" x="3016250" y="2378075"/>
          <p14:tracePt t="28458" x="3028950" y="2378075"/>
          <p14:tracePt t="28478" x="3028950" y="2390775"/>
          <p14:tracePt t="29406" x="3003550" y="2390775"/>
          <p14:tracePt t="29415" x="2967038" y="2390775"/>
          <p14:tracePt t="29426" x="2928938" y="2390775"/>
          <p14:tracePt t="29436" x="2879725" y="2390775"/>
          <p14:tracePt t="29446" x="2841625" y="2390775"/>
          <p14:tracePt t="29456" x="2767013" y="2390775"/>
          <p14:tracePt t="29466" x="2716213" y="2390775"/>
          <p14:tracePt t="29475" x="2628900" y="2390775"/>
          <p14:tracePt t="29487" x="2528888" y="2378075"/>
          <p14:tracePt t="29494" x="2428875" y="2352675"/>
          <p14:tracePt t="29506" x="2378075" y="2339975"/>
          <p14:tracePt t="29514" x="2316163" y="2314575"/>
          <p14:tracePt t="29524" x="2290763" y="2314575"/>
          <p14:tracePt t="29533" x="2252663" y="2303463"/>
          <p14:tracePt t="29543" x="2228850" y="2303463"/>
          <p14:tracePt t="29554" x="2203450" y="2303463"/>
          <p14:tracePt t="29563" x="2190750" y="2303463"/>
          <p14:tracePt t="29572" x="2178050" y="2303463"/>
          <p14:tracePt t="29582" x="2165350" y="2303463"/>
          <p14:tracePt t="29591" x="2152650" y="2303463"/>
          <p14:tracePt t="29601" x="2139950" y="2303463"/>
          <p14:tracePt t="30824" x="2152650" y="2303463"/>
          <p14:tracePt t="30833" x="2178050" y="2303463"/>
          <p14:tracePt t="30842" x="2203450" y="2303463"/>
          <p14:tracePt t="30854" x="2239963" y="2303463"/>
          <p14:tracePt t="30863" x="2278063" y="2303463"/>
          <p14:tracePt t="30874" x="2328863" y="2303463"/>
          <p14:tracePt t="30882" x="2378075" y="2290763"/>
          <p14:tracePt t="30892" x="2403475" y="2290763"/>
          <p14:tracePt t="30906" x="2441575" y="2290763"/>
          <p14:tracePt t="30925" x="2503488" y="2278063"/>
          <p14:tracePt t="30931" x="2528888" y="2265363"/>
          <p14:tracePt t="30942" x="2541588" y="2265363"/>
          <p14:tracePt t="30959" x="2554288" y="2265363"/>
          <p14:tracePt t="30988" x="2565400" y="2265363"/>
          <p14:tracePt t="31311" x="2578100" y="2265363"/>
          <p14:tracePt t="31339" x="2590800" y="2265363"/>
          <p14:tracePt t="31359" x="2590800" y="2252663"/>
          <p14:tracePt t="31379" x="2603500" y="2252663"/>
          <p14:tracePt t="31469" x="2616200" y="2239963"/>
          <p14:tracePt t="31888" x="2641600" y="2239963"/>
          <p14:tracePt t="31899" x="2654300" y="2239963"/>
          <p14:tracePt t="31907" x="2678113" y="2227263"/>
          <p14:tracePt t="31920" x="2716213" y="2227263"/>
          <p14:tracePt t="31928" x="2741613" y="2227263"/>
          <p14:tracePt t="31937" x="2767013" y="2227263"/>
          <p14:tracePt t="31946" x="2790825" y="2227263"/>
          <p14:tracePt t="31957" x="2803525" y="2227263"/>
          <p14:tracePt t="31966" x="2828925" y="2227263"/>
          <p14:tracePt t="31975" x="2841625" y="2227263"/>
          <p14:tracePt t="31985" x="2854325" y="2227263"/>
          <p14:tracePt t="31995" x="2867025" y="2227263"/>
          <p14:tracePt t="32004" x="2879725" y="2227263"/>
          <p14:tracePt t="32024" x="2890838" y="2227263"/>
          <p14:tracePt t="32043" x="2903538" y="2214563"/>
          <p14:tracePt t="32063" x="2916238" y="2214563"/>
          <p14:tracePt t="32384" x="2941638" y="2201863"/>
          <p14:tracePt t="32396" x="2967038" y="2201863"/>
          <p14:tracePt t="32405" x="3016250" y="2190750"/>
          <p14:tracePt t="32416" x="3092450" y="2178050"/>
          <p14:tracePt t="32425" x="3192463" y="2165350"/>
          <p14:tracePt t="32436" x="3254375" y="2152650"/>
          <p14:tracePt t="32444" x="3379788" y="2152650"/>
          <p14:tracePt t="32456" x="3429000" y="2152650"/>
          <p14:tracePt t="32465" x="3479800" y="2139950"/>
          <p14:tracePt t="32475" x="3517900" y="2139950"/>
          <p14:tracePt t="32484" x="3567113" y="2139950"/>
          <p14:tracePt t="32493" x="3605213" y="2139950"/>
          <p14:tracePt t="32504" x="3630613" y="2139950"/>
          <p14:tracePt t="32513" x="3667125" y="2139950"/>
          <p14:tracePt t="32524" x="3692525" y="2139950"/>
          <p14:tracePt t="32533" x="3717925" y="2139950"/>
          <p14:tracePt t="33031" x="3730625" y="2152650"/>
          <p14:tracePt t="33041" x="3743325" y="2165350"/>
          <p14:tracePt t="33052" x="3743325" y="2178050"/>
          <p14:tracePt t="33060" x="3756025" y="2201863"/>
          <p14:tracePt t="33071" x="3767138" y="2214563"/>
          <p14:tracePt t="33079" x="3767138" y="2239963"/>
          <p14:tracePt t="33088" x="3779838" y="2239963"/>
          <p14:tracePt t="33099" x="3779838" y="2252663"/>
          <p14:tracePt t="33108" x="3792538" y="2278063"/>
          <p14:tracePt t="33118" x="3805238" y="2278063"/>
          <p14:tracePt t="33127" x="3805238" y="2290763"/>
          <p14:tracePt t="33157" x="3817938" y="2303463"/>
          <p14:tracePt t="33187" x="3817938" y="2314575"/>
          <p14:tracePt t="33264" x="3779838" y="2327275"/>
          <p14:tracePt t="33274" x="3767138" y="2327275"/>
          <p14:tracePt t="33285" x="3743325" y="2327275"/>
          <p14:tracePt t="33293" x="3705225" y="2327275"/>
          <p14:tracePt t="33303" x="3679825" y="2327275"/>
          <p14:tracePt t="33313" x="3654425" y="2327275"/>
          <p14:tracePt t="33323" x="3630613" y="2327275"/>
          <p14:tracePt t="33333" x="3592513" y="2327275"/>
          <p14:tracePt t="33343" x="3554413" y="2314575"/>
          <p14:tracePt t="33352" x="3541713" y="2314575"/>
          <p14:tracePt t="33362" x="3530600" y="2303463"/>
          <p14:tracePt t="33371" x="3517900" y="2290763"/>
          <p14:tracePt t="33383" x="3505200" y="2290763"/>
          <p14:tracePt t="33392" x="3492500" y="2290763"/>
          <p14:tracePt t="33422" x="3479800" y="2278063"/>
          <p14:tracePt t="35035" x="3505200" y="2290763"/>
          <p14:tracePt t="35044" x="3530600" y="2290763"/>
          <p14:tracePt t="35053" x="3579813" y="2290763"/>
          <p14:tracePt t="35062" x="3617913" y="2290763"/>
          <p14:tracePt t="35072" x="3654425" y="2303463"/>
          <p14:tracePt t="35083" x="3692525" y="2314575"/>
          <p14:tracePt t="35091" x="3717925" y="2314575"/>
          <p14:tracePt t="35101" x="3730625" y="2314575"/>
          <p14:tracePt t="35111" x="3756025" y="2314575"/>
          <p14:tracePt t="35121" x="3767138" y="2314575"/>
          <p14:tracePt t="35141" x="3779838" y="2314575"/>
          <p14:tracePt t="35151" x="3792538" y="2314575"/>
          <p14:tracePt t="35619" x="3792538" y="2290763"/>
          <p14:tracePt t="35630" x="3779838" y="2278063"/>
          <p14:tracePt t="35640" x="3779838" y="2265363"/>
          <p14:tracePt t="35652" x="3779838" y="2252663"/>
          <p14:tracePt t="35660" x="3779838" y="2239963"/>
          <p14:tracePt t="35668" x="3767138" y="2227263"/>
          <p14:tracePt t="35697" x="3767138" y="2214563"/>
          <p14:tracePt t="35727" x="3767138" y="2201863"/>
          <p14:tracePt t="35746" x="3756025" y="2190750"/>
          <p14:tracePt t="35758" x="3756025" y="2178050"/>
          <p14:tracePt t="35786" x="3756025" y="2165350"/>
          <p14:tracePt t="35794" x="3743325" y="2165350"/>
          <p14:tracePt t="35814" x="3743325" y="2152650"/>
          <p14:tracePt t="35863" x="3743325" y="2139950"/>
          <p14:tracePt t="35872" x="3743325" y="2127250"/>
          <p14:tracePt t="35894" x="3743325" y="2114550"/>
          <p14:tracePt t="35932" x="3743325" y="2101850"/>
          <p14:tracePt t="35999" x="3743325" y="2089150"/>
          <p14:tracePt t="36009" x="3756025" y="2089150"/>
          <p14:tracePt t="36029" x="3767138" y="2078038"/>
          <p14:tracePt t="36038" x="3779838" y="2078038"/>
          <p14:tracePt t="36057" x="3792538" y="2078038"/>
          <p14:tracePt t="36068" x="3805238" y="2078038"/>
          <p14:tracePt t="36077" x="3817938" y="2078038"/>
          <p14:tracePt t="36087" x="3830638" y="2078038"/>
          <p14:tracePt t="36096" x="3856038" y="2078038"/>
          <p14:tracePt t="36107" x="3879850" y="2101850"/>
          <p14:tracePt t="36116" x="3917950" y="2114550"/>
          <p14:tracePt t="36126" x="3930650" y="2139950"/>
          <p14:tracePt t="36136" x="3968750" y="2139950"/>
          <p14:tracePt t="36145" x="3992563" y="2152650"/>
          <p14:tracePt t="36156" x="4005263" y="2165350"/>
          <p14:tracePt t="36166" x="4017963" y="2165350"/>
          <p14:tracePt t="36175" x="4043363" y="2165350"/>
          <p14:tracePt t="36185" x="4056063" y="2165350"/>
          <p14:tracePt t="36195" x="4068763" y="2165350"/>
          <p14:tracePt t="36577" x="4081463" y="2178050"/>
          <p14:tracePt t="36587" x="4092575" y="2190750"/>
          <p14:tracePt t="36597" x="4117975" y="2190750"/>
          <p14:tracePt t="36606" x="4130675" y="2190750"/>
          <p14:tracePt t="36620" x="4156075" y="2190750"/>
          <p14:tracePt t="36626" x="4192588" y="2201863"/>
          <p14:tracePt t="36636" x="4205288" y="2214563"/>
          <p14:tracePt t="36645" x="4243388" y="2227263"/>
          <p14:tracePt t="36657" x="4268788" y="2227263"/>
          <p14:tracePt t="36676" x="4281488" y="2227263"/>
          <p14:tracePt t="36684" x="4294188" y="2227263"/>
          <p14:tracePt t="36703" x="4305300" y="2227263"/>
          <p14:tracePt t="36722" x="4318000" y="2227263"/>
          <p14:tracePt t="36742" x="4330700" y="2227263"/>
          <p14:tracePt t="36761" x="4356100" y="2227263"/>
          <p14:tracePt t="36781" x="4368800" y="2227263"/>
          <p14:tracePt t="36801" x="4381500" y="2227263"/>
          <p14:tracePt t="36821" x="4394200" y="2227263"/>
          <p14:tracePt t="36840" x="4406900" y="2227263"/>
          <p14:tracePt t="36870" x="4418013" y="2227263"/>
          <p14:tracePt t="36909" x="4430713" y="2227263"/>
          <p14:tracePt t="36919" x="4430713" y="2214563"/>
          <p14:tracePt t="36939" x="4430713" y="2201863"/>
          <p14:tracePt t="36948" x="4443413" y="2201863"/>
          <p14:tracePt t="36969" x="4443413" y="2190750"/>
          <p14:tracePt t="36986" x="4456113" y="2190750"/>
          <p14:tracePt t="36996" x="4468813" y="2178050"/>
          <p14:tracePt t="37005" x="4468813" y="2165350"/>
          <p14:tracePt t="37045" x="4481513" y="2152650"/>
          <p14:tracePt t="37104" x="4481513" y="2139950"/>
          <p14:tracePt t="37144" x="4494213" y="2139950"/>
          <p14:tracePt t="37278" x="4506913" y="2139950"/>
          <p14:tracePt t="37288" x="4506913" y="2127250"/>
          <p14:tracePt t="37299" x="4518025" y="2127250"/>
          <p14:tracePt t="37427" x="4530725" y="2127250"/>
          <p14:tracePt t="41910" x="4543425" y="2127250"/>
          <p14:tracePt t="41931" x="4556125" y="2127250"/>
          <p14:tracePt t="41940" x="4568825" y="2127250"/>
          <p14:tracePt t="41958" x="4581525" y="2127250"/>
          <p14:tracePt t="41968" x="4594225" y="2127250"/>
          <p14:tracePt t="41978" x="4606925" y="2127250"/>
          <p14:tracePt t="41987" x="4619625" y="2139950"/>
          <p14:tracePt t="42007" x="4630738" y="2139950"/>
          <p14:tracePt t="42018" x="4643438" y="2139950"/>
          <p14:tracePt t="42046" x="4656138" y="2152650"/>
          <p14:tracePt t="42116" x="4668838" y="2152650"/>
          <p14:tracePt t="45630" x="4694238" y="2152650"/>
          <p14:tracePt t="45640" x="4706938" y="2152650"/>
          <p14:tracePt t="45660" x="4732338" y="2152650"/>
          <p14:tracePt t="45682" x="4743450" y="2152650"/>
          <p14:tracePt t="45690" x="4756150" y="2152650"/>
          <p14:tracePt t="45702" x="4768850" y="2152650"/>
          <p14:tracePt t="45720" x="4768850" y="2139950"/>
          <p14:tracePt t="45778" x="4768850" y="2127250"/>
          <p14:tracePt t="45817" x="4768850" y="2114550"/>
          <p14:tracePt t="45856" x="4756150" y="2114550"/>
          <p14:tracePt t="45865" x="4743450" y="2114550"/>
          <p14:tracePt t="45885" x="4732338" y="2127250"/>
          <p14:tracePt t="45894" x="4732338" y="2152650"/>
          <p14:tracePt t="45904" x="4732338" y="2165350"/>
          <p14:tracePt t="45915" x="4732338" y="2178050"/>
          <p14:tracePt t="45923" x="4732338" y="2201863"/>
          <p14:tracePt t="45934" x="4732338" y="2214563"/>
          <p14:tracePt t="45944" x="4732338" y="2227263"/>
          <p14:tracePt t="45953" x="4732338" y="2239963"/>
          <p14:tracePt t="46024" x="4743450" y="2239963"/>
          <p14:tracePt t="46052" x="4756150" y="2239963"/>
          <p14:tracePt t="46091" x="4756150" y="2227263"/>
          <p14:tracePt t="46102" x="4768850" y="2227263"/>
          <p14:tracePt t="46121" x="4768850" y="2214563"/>
          <p14:tracePt t="49625" x="4756150" y="2227263"/>
          <p14:tracePt t="49635" x="4743450" y="2239963"/>
          <p14:tracePt t="49645" x="4732338" y="2239963"/>
          <p14:tracePt t="49654" x="4706938" y="2252663"/>
          <p14:tracePt t="49665" x="4706938" y="2265363"/>
          <p14:tracePt t="49675" x="4681538" y="2278063"/>
          <p14:tracePt t="49684" x="4681538" y="2290763"/>
          <p14:tracePt t="49694" x="4668838" y="2290763"/>
          <p14:tracePt t="49703" x="4656138" y="2303463"/>
          <p14:tracePt t="49713" x="4643438" y="2314575"/>
          <p14:tracePt t="49723" x="4630738" y="2339975"/>
          <p14:tracePt t="49733" x="4619625" y="2365375"/>
          <p14:tracePt t="49743" x="4606925" y="2403475"/>
          <p14:tracePt t="49753" x="4581525" y="2439988"/>
          <p14:tracePt t="49763" x="4581525" y="2465388"/>
          <p14:tracePt t="49772" x="4581525" y="2490788"/>
          <p14:tracePt t="49782" x="4581525" y="2503488"/>
          <p14:tracePt t="49793" x="4581525" y="2516188"/>
          <p14:tracePt t="49814" x="4581525" y="2527300"/>
          <p14:tracePt t="49832" x="4581525" y="2540000"/>
          <p14:tracePt t="49871" x="4594225" y="2540000"/>
          <p14:tracePt t="49882" x="4606925" y="2540000"/>
          <p14:tracePt t="49892" x="4619625" y="2540000"/>
          <p14:tracePt t="49911" x="4630738" y="2540000"/>
          <p14:tracePt t="49969" x="4643438" y="2540000"/>
          <p14:tracePt t="50096" x="4643438" y="2552700"/>
          <p14:tracePt t="50106" x="4643438" y="2565400"/>
          <p14:tracePt t="50125" x="4643438" y="2578100"/>
          <p14:tracePt t="50154" x="4643438" y="2590800"/>
          <p14:tracePt t="50934" x="4630738" y="2590800"/>
          <p14:tracePt t="50945" x="4619625" y="2590800"/>
          <p14:tracePt t="50955" x="4619625" y="2616200"/>
          <p14:tracePt t="50964" x="4606925" y="2627313"/>
          <p14:tracePt t="50974" x="4594225" y="2652713"/>
          <p14:tracePt t="50983" x="4568825" y="2703513"/>
          <p14:tracePt t="50994" x="4543425" y="2740025"/>
          <p14:tracePt t="51003" x="4518025" y="2765425"/>
          <p14:tracePt t="51014" x="4494213" y="2803525"/>
          <p14:tracePt t="51023" x="4456113" y="2852738"/>
          <p14:tracePt t="51034" x="4418013" y="2878138"/>
          <p14:tracePt t="51042" x="4394200" y="2916238"/>
          <p14:tracePt t="51053" x="4356100" y="2941638"/>
          <p14:tracePt t="51062" x="4305300" y="2990850"/>
          <p14:tracePt t="51072" x="4281488" y="3003550"/>
          <p14:tracePt t="51082" x="4217988" y="3041650"/>
          <p14:tracePt t="51092" x="4181475" y="3078163"/>
          <p14:tracePt t="51101" x="4117975" y="3090863"/>
          <p14:tracePt t="51112" x="4068763" y="3128963"/>
          <p14:tracePt t="51121" x="4030663" y="3154363"/>
          <p14:tracePt t="51131" x="3979863" y="3178175"/>
          <p14:tracePt t="51140" x="3943350" y="3190875"/>
          <p14:tracePt t="51151" x="3917950" y="3203575"/>
          <p14:tracePt t="51160" x="3879850" y="3228975"/>
          <p14:tracePt t="51170" x="3843338" y="3241675"/>
          <p14:tracePt t="51181" x="3817938" y="3254375"/>
          <p14:tracePt t="51190" x="3805238" y="3267075"/>
          <p14:tracePt t="51201" x="3792538" y="3278188"/>
          <p14:tracePt t="51209" x="3767138" y="3278188"/>
          <p14:tracePt t="51218" x="3756025" y="3278188"/>
          <p14:tracePt t="51228" x="3743325" y="3278188"/>
          <p14:tracePt t="51824" x="3730625" y="3278188"/>
          <p14:tracePt t="51835" x="3717925" y="3290888"/>
          <p14:tracePt t="51844" x="3717925" y="3303588"/>
          <p14:tracePt t="51855" x="3705225" y="3303588"/>
          <p14:tracePt t="51873" x="3679825" y="3316288"/>
          <p14:tracePt t="51892" x="3667125" y="3341688"/>
          <p14:tracePt t="51913" x="3654425" y="3354388"/>
          <p14:tracePt t="51922" x="3643313" y="3367088"/>
          <p14:tracePt t="51932" x="3643313" y="3378200"/>
          <p14:tracePt t="51942" x="3630613" y="3378200"/>
          <p14:tracePt t="51951" x="3617913" y="3390900"/>
          <p14:tracePt t="51961" x="3605213" y="3403600"/>
          <p14:tracePt t="51971" x="3605213" y="3416300"/>
          <p14:tracePt t="51980" x="3592513" y="3416300"/>
          <p14:tracePt t="51990" x="3592513" y="3429000"/>
          <p14:tracePt t="52000" x="3579813" y="3441700"/>
          <p14:tracePt t="52010" x="3567113" y="3441700"/>
          <p14:tracePt t="52020" x="3567113" y="3454400"/>
          <p14:tracePt t="52039" x="3567113" y="3467100"/>
          <p14:tracePt t="52059" x="3554413" y="3467100"/>
          <p14:tracePt t="52088" x="3554413" y="3479800"/>
          <p14:tracePt t="55028" x="3554413" y="3490913"/>
          <p14:tracePt t="55077" x="3554413" y="3503613"/>
          <p14:tracePt t="55087" x="3554413" y="3516313"/>
          <p14:tracePt t="55106" x="3554413" y="3529013"/>
          <p14:tracePt t="55136" x="3567113" y="3541713"/>
          <p14:tracePt t="55155" x="3579813" y="3554413"/>
          <p14:tracePt t="55166" x="3579813" y="3567113"/>
          <p14:tracePt t="55184" x="3579813" y="3579813"/>
          <p14:tracePt t="55196" x="3592513" y="3579813"/>
          <p14:tracePt t="55235" x="3592513" y="3590925"/>
          <p14:tracePt t="55294" x="3592513" y="3603625"/>
          <p14:tracePt t="55361" x="3605213" y="3616325"/>
          <p14:tracePt t="55497" x="3605213" y="3629025"/>
          <p14:tracePt t="55557" x="3617913" y="3629025"/>
          <p14:tracePt t="55615" x="3630613" y="3629025"/>
          <p14:tracePt t="55634" x="3630613" y="3641725"/>
          <p14:tracePt t="55770" x="3630613" y="3654425"/>
          <p14:tracePt t="55780" x="3617913" y="3667125"/>
          <p14:tracePt t="55790" x="3605213" y="3667125"/>
          <p14:tracePt t="55799" x="3579813" y="3679825"/>
          <p14:tracePt t="55809" x="3567113" y="3679825"/>
          <p14:tracePt t="55819" x="3530600" y="3692525"/>
          <p14:tracePt t="55829" x="3505200" y="3692525"/>
          <p14:tracePt t="55838" x="3479800" y="3692525"/>
          <p14:tracePt t="55849" x="3454400" y="3703638"/>
          <p14:tracePt t="55858" x="3429000" y="3716338"/>
          <p14:tracePt t="55868" x="3405188" y="3729038"/>
          <p14:tracePt t="55878" x="3379788" y="3729038"/>
          <p14:tracePt t="55888" x="3354388" y="3741738"/>
          <p14:tracePt t="55899" x="3328988" y="3754438"/>
          <p14:tracePt t="55908" x="3317875" y="3754438"/>
          <p14:tracePt t="55918" x="3292475" y="3767138"/>
          <p14:tracePt t="56290" x="3279775" y="3779838"/>
          <p14:tracePt t="56309" x="3267075" y="3792538"/>
          <p14:tracePt t="56319" x="3254375" y="3803650"/>
          <p14:tracePt t="56330" x="3216275" y="3816350"/>
          <p14:tracePt t="56339" x="3205163" y="3841750"/>
          <p14:tracePt t="56349" x="3167063" y="3854450"/>
          <p14:tracePt t="56358" x="3141663" y="3867150"/>
          <p14:tracePt t="56369" x="3128963" y="3879850"/>
          <p14:tracePt t="56378" x="3116263" y="3879850"/>
          <p14:tracePt t="56388" x="3103563" y="3892550"/>
          <p14:tracePt t="56396" x="3092450" y="3892550"/>
          <p14:tracePt t="56405" x="3079750" y="3892550"/>
          <p14:tracePt t="56416" x="3054350" y="3905250"/>
          <p14:tracePt t="56435" x="3041650" y="3905250"/>
          <p14:tracePt t="56445" x="3016250" y="3916363"/>
          <p14:tracePt t="56465" x="2992438" y="3916363"/>
          <p14:tracePt t="56483" x="2979738" y="3916363"/>
          <p14:tracePt t="56494" x="2967038" y="3916363"/>
          <p14:tracePt t="56503" x="2954338" y="3916363"/>
          <p14:tracePt t="56522" x="2941638" y="3916363"/>
          <p14:tracePt t="56563" x="2928938" y="3916363"/>
          <p14:tracePt t="56612" x="2916238" y="3916363"/>
          <p14:tracePt t="56633" x="2903538" y="3916363"/>
          <p14:tracePt t="56669" x="2890838" y="3916363"/>
          <p14:tracePt t="56747" x="2879725" y="3916363"/>
          <p14:tracePt t="63181" x="2890838" y="3916363"/>
          <p14:tracePt t="63192" x="2928938" y="3916363"/>
          <p14:tracePt t="63211" x="2941638" y="3916363"/>
          <p14:tracePt t="63220" x="2967038" y="3916363"/>
          <p14:tracePt t="63230" x="2979738" y="3916363"/>
          <p14:tracePt t="63240" x="2992438" y="3916363"/>
          <p14:tracePt t="63250" x="3003550" y="3916363"/>
          <p14:tracePt t="63259" x="3016250" y="3916363"/>
          <p14:tracePt t="63269" x="3028950" y="3916363"/>
          <p14:tracePt t="63289" x="3041650" y="3916363"/>
          <p14:tracePt t="63308" x="3054350" y="3916363"/>
          <p14:tracePt t="63318" x="3067050" y="3916363"/>
          <p14:tracePt t="63347" x="3079750" y="3916363"/>
          <p14:tracePt t="63377" x="3092450" y="3916363"/>
          <p14:tracePt t="63424" x="3103563" y="3916363"/>
          <p14:tracePt t="63581" x="3116263" y="3916363"/>
          <p14:tracePt t="63620" x="3116263" y="3905250"/>
          <p14:tracePt t="63650" x="3128963" y="3905250"/>
          <p14:tracePt t="63660" x="3128963" y="3892550"/>
          <p14:tracePt t="63679" x="3141663" y="3892550"/>
          <p14:tracePt t="63719" x="3154363" y="3892550"/>
          <p14:tracePt t="63738" x="3167063" y="3879850"/>
          <p14:tracePt t="63747" x="3179763" y="3879850"/>
          <p14:tracePt t="63766" x="3192463" y="3879850"/>
          <p14:tracePt t="64383" x="3216275" y="3879850"/>
          <p14:tracePt t="64402" x="3228975" y="3879850"/>
          <p14:tracePt t="64413" x="3254375" y="3879850"/>
          <p14:tracePt t="64422" x="3279775" y="3879850"/>
          <p14:tracePt t="64431" x="3292475" y="3879850"/>
          <p14:tracePt t="64442" x="3305175" y="3879850"/>
          <p14:tracePt t="64451" x="3341688" y="3879850"/>
          <p14:tracePt t="64462" x="3354388" y="3879850"/>
          <p14:tracePt t="64469" x="3367088" y="3879850"/>
          <p14:tracePt t="64481" x="3379788" y="3879850"/>
          <p14:tracePt t="64489" x="3392488" y="3879850"/>
          <p14:tracePt t="64508" x="3405188" y="3879850"/>
          <p14:tracePt t="64520" x="3417888" y="3879850"/>
          <p14:tracePt t="64549" x="3429000" y="3879850"/>
          <p14:tracePt t="64568" x="3441700" y="3879850"/>
          <p14:tracePt t="64606" x="3454400" y="3879850"/>
          <p14:tracePt t="65086" x="3467100" y="3879850"/>
          <p14:tracePt t="65096" x="3492500" y="3879850"/>
          <p14:tracePt t="65105" x="3530600" y="3879850"/>
          <p14:tracePt t="65115" x="3579813" y="3879850"/>
          <p14:tracePt t="65126" x="3617913" y="3879850"/>
          <p14:tracePt t="65135" x="3654425" y="3879850"/>
          <p14:tracePt t="65148" x="3717925" y="3879850"/>
          <p14:tracePt t="65154" x="3756025" y="3879850"/>
          <p14:tracePt t="65163" x="3779838" y="3879850"/>
          <p14:tracePt t="65174" x="3805238" y="3879850"/>
          <p14:tracePt t="65182" x="3843338" y="3879850"/>
          <p14:tracePt t="65192" x="3867150" y="3879850"/>
          <p14:tracePt t="65202" x="3879850" y="3879850"/>
          <p14:tracePt t="65211" x="3905250" y="3879850"/>
          <p14:tracePt t="65221" x="3917950" y="3879850"/>
          <p14:tracePt t="65232" x="3930650" y="3879850"/>
          <p14:tracePt t="65241" x="3943350" y="3879850"/>
          <p14:tracePt t="65672" x="3956050" y="3879850"/>
          <p14:tracePt t="65681" x="3979863" y="3879850"/>
          <p14:tracePt t="65692" x="3992563" y="3879850"/>
          <p14:tracePt t="65701" x="4030663" y="3879850"/>
          <p14:tracePt t="65714" x="4056063" y="3879850"/>
          <p14:tracePt t="65721" x="4143375" y="3879850"/>
          <p14:tracePt t="65731" x="4217988" y="3879850"/>
          <p14:tracePt t="65740" x="4305300" y="3879850"/>
          <p14:tracePt t="65750" x="4368800" y="3879850"/>
          <p14:tracePt t="65759" x="4443413" y="3879850"/>
          <p14:tracePt t="65768" x="4494213" y="3879850"/>
          <p14:tracePt t="65779" x="4543425" y="3879850"/>
          <p14:tracePt t="65787" x="4581525" y="3879850"/>
          <p14:tracePt t="65798" x="4606925" y="3879850"/>
          <p14:tracePt t="65807" x="4630738" y="3879850"/>
          <p14:tracePt t="65817" x="4643438" y="3879850"/>
          <p14:tracePt t="65826" x="4656138" y="3879850"/>
          <p14:tracePt t="65836" x="4668838" y="3879850"/>
          <p14:tracePt t="66678" x="4681538" y="3879850"/>
          <p14:tracePt t="66687" x="4694238" y="3892550"/>
          <p14:tracePt t="66697" x="4706938" y="3892550"/>
          <p14:tracePt t="66706" x="4719638" y="3892550"/>
          <p14:tracePt t="66717" x="4732338" y="3892550"/>
          <p14:tracePt t="66730" x="4768850" y="3905250"/>
          <p14:tracePt t="66736" x="4781550" y="3916363"/>
          <p14:tracePt t="66745" x="4794250" y="3916363"/>
          <p14:tracePt t="66755" x="4819650" y="3916363"/>
          <p14:tracePt t="66764" x="4843463" y="3916363"/>
          <p14:tracePt t="66774" x="4868863" y="3916363"/>
          <p14:tracePt t="66783" x="4894263" y="3916363"/>
          <p14:tracePt t="66794" x="4919663" y="3916363"/>
          <p14:tracePt t="66804" x="4956175" y="3916363"/>
          <p14:tracePt t="66813" x="4981575" y="3916363"/>
          <p14:tracePt t="66824" x="5019675" y="3916363"/>
          <p14:tracePt t="66833" x="5068888" y="3916363"/>
          <p14:tracePt t="66843" x="5081588" y="3916363"/>
          <p14:tracePt t="66852" x="5119688" y="3916363"/>
          <p14:tracePt t="66872" x="5132388" y="3916363"/>
          <p14:tracePt t="66882" x="5157788" y="3916363"/>
          <p14:tracePt t="66894" x="5170488" y="3916363"/>
          <p14:tracePt t="66902" x="5181600" y="3916363"/>
          <p14:tracePt t="66911" x="5194300" y="3916363"/>
          <p14:tracePt t="66921" x="5207000" y="3916363"/>
          <p14:tracePt t="67304" x="5232400" y="3916363"/>
          <p14:tracePt t="67314" x="5257800" y="3916363"/>
          <p14:tracePt t="67323" x="5307013" y="3916363"/>
          <p14:tracePt t="67333" x="5394325" y="3916363"/>
          <p14:tracePt t="67345" x="5470525" y="3916363"/>
          <p14:tracePt t="67353" x="5557838" y="3905250"/>
          <p14:tracePt t="67364" x="5670550" y="3879850"/>
          <p14:tracePt t="67370" x="5732463" y="3879850"/>
          <p14:tracePt t="67381" x="5808663" y="3879850"/>
          <p14:tracePt t="67390" x="5857875" y="3879850"/>
          <p14:tracePt t="67401" x="5895975" y="3879850"/>
          <p14:tracePt t="67410" x="5945188" y="3879850"/>
          <p14:tracePt t="67420" x="5983288" y="3879850"/>
          <p14:tracePt t="67430" x="6008688" y="3879850"/>
          <p14:tracePt t="67439" x="6045200" y="3879850"/>
          <p14:tracePt t="67448" x="6070600" y="3879850"/>
          <p14:tracePt t="67461" x="6096000" y="3867150"/>
          <p14:tracePt t="67468" x="6108700" y="3854450"/>
          <p14:tracePt t="67479" x="6121400" y="3854450"/>
          <p14:tracePt t="67498" x="6134100" y="3854450"/>
          <p14:tracePt t="67869" x="6157913" y="3854450"/>
          <p14:tracePt t="67878" x="6183313" y="3854450"/>
          <p14:tracePt t="67888" x="6221413" y="3854450"/>
          <p14:tracePt t="67898" x="6283325" y="3854450"/>
          <p14:tracePt t="67908" x="6334125" y="3841750"/>
          <p14:tracePt t="67918" x="6408738" y="3841750"/>
          <p14:tracePt t="67929" x="6459538" y="3841750"/>
          <p14:tracePt t="67937" x="6546850" y="3841750"/>
          <p14:tracePt t="67947" x="6596063" y="3841750"/>
          <p14:tracePt t="67957" x="6634163" y="3841750"/>
          <p14:tracePt t="67967" x="6659563" y="3841750"/>
          <p14:tracePt t="67976" x="6684963" y="3841750"/>
          <p14:tracePt t="67986" x="6696075" y="3841750"/>
          <p14:tracePt t="67996" x="6708775" y="3841750"/>
          <p14:tracePt t="68417" x="6759575" y="3841750"/>
          <p14:tracePt t="68429" x="6784975" y="3841750"/>
          <p14:tracePt t="68437" x="6846888" y="3841750"/>
          <p14:tracePt t="68448" x="6897688" y="3841750"/>
          <p14:tracePt t="68456" x="6972300" y="3841750"/>
          <p14:tracePt t="68467" x="7021513" y="3841750"/>
          <p14:tracePt t="68476" x="7085013" y="3841750"/>
          <p14:tracePt t="68485" x="7134225" y="3841750"/>
          <p14:tracePt t="68495" x="7172325" y="3841750"/>
          <p14:tracePt t="68505" x="7223125" y="3841750"/>
          <p14:tracePt t="68514" x="7259638" y="3841750"/>
          <p14:tracePt t="68524" x="7297738" y="3841750"/>
          <p14:tracePt t="68533" x="7310438" y="3841750"/>
          <p14:tracePt t="68545" x="7323138" y="3841750"/>
          <p14:tracePt t="68553" x="7323138" y="3854450"/>
          <p14:tracePt t="71035" x="7323138" y="3867150"/>
          <p14:tracePt t="71064" x="7323138" y="3892550"/>
          <p14:tracePt t="71074" x="7297738" y="3892550"/>
          <p14:tracePt t="71085" x="7297738" y="3916363"/>
          <p14:tracePt t="71093" x="7259638" y="3929063"/>
          <p14:tracePt t="71103" x="7223125" y="3954463"/>
          <p14:tracePt t="71113" x="7159625" y="3992563"/>
          <p14:tracePt t="71122" x="7110413" y="4005263"/>
          <p14:tracePt t="71131" x="7010400" y="4054475"/>
          <p14:tracePt t="71144" x="6897688" y="4092575"/>
          <p14:tracePt t="71151" x="6746875" y="4141788"/>
          <p14:tracePt t="71162" x="6646863" y="4167188"/>
          <p14:tracePt t="71170" x="6472238" y="4205288"/>
          <p14:tracePt t="71181" x="6359525" y="4230688"/>
          <p14:tracePt t="71191" x="6221413" y="4254500"/>
          <p14:tracePt t="71200" x="6083300" y="4279900"/>
          <p14:tracePt t="71211" x="5957888" y="4292600"/>
          <p14:tracePt t="71220" x="5883275" y="4292600"/>
          <p14:tracePt t="71230" x="5808663" y="4305300"/>
          <p14:tracePt t="71239" x="5757863" y="4305300"/>
          <p14:tracePt t="71249" x="5695950" y="4305300"/>
          <p14:tracePt t="71261" x="5657850" y="4305300"/>
          <p14:tracePt t="71268" x="5607050" y="4305300"/>
          <p14:tracePt t="71279" x="5570538" y="4305300"/>
          <p14:tracePt t="71287" x="5532438" y="4305300"/>
          <p14:tracePt t="71298" x="5507038" y="4305300"/>
          <p14:tracePt t="71308" x="5495925" y="4305300"/>
          <p14:tracePt t="71317" x="5483225" y="4305300"/>
          <p14:tracePt t="71777" x="5470525" y="4318000"/>
          <p14:tracePt t="71787" x="5457825" y="4318000"/>
          <p14:tracePt t="71798" x="5432425" y="4318000"/>
          <p14:tracePt t="71807" x="5394325" y="4330700"/>
          <p14:tracePt t="71815" x="5357813" y="4330700"/>
          <p14:tracePt t="71827" x="5281613" y="4354513"/>
          <p14:tracePt t="71835" x="5219700" y="4354513"/>
          <p14:tracePt t="71845" x="5132388" y="4379913"/>
          <p14:tracePt t="71854" x="5045075" y="4379913"/>
          <p14:tracePt t="71863" x="4945063" y="4392613"/>
          <p14:tracePt t="71874" x="4856163" y="4405313"/>
          <p14:tracePt t="71883" x="4732338" y="4405313"/>
          <p14:tracePt t="71894" x="4619625" y="4418013"/>
          <p14:tracePt t="71902" x="4543425" y="4418013"/>
          <p14:tracePt t="71913" x="4456113" y="4418013"/>
          <p14:tracePt t="71922" x="4356100" y="4418013"/>
          <p14:tracePt t="71932" x="4305300" y="4430713"/>
          <p14:tracePt t="71943" x="4230688" y="4430713"/>
          <p14:tracePt t="71952" x="4168775" y="4443413"/>
          <p14:tracePt t="71961" x="4092575" y="4443413"/>
          <p14:tracePt t="71971" x="4043363" y="4443413"/>
          <p14:tracePt t="71981" x="4005263" y="4443413"/>
          <p14:tracePt t="71993" x="3979863" y="4443413"/>
          <p14:tracePt t="72765" x="3992563" y="4454525"/>
          <p14:tracePt t="72772" x="4043363" y="4467225"/>
          <p14:tracePt t="72783" x="4130675" y="4479925"/>
          <p14:tracePt t="72793" x="4217988" y="4505325"/>
          <p14:tracePt t="72801" x="4305300" y="4530725"/>
          <p14:tracePt t="72812" x="4381500" y="4554538"/>
          <p14:tracePt t="72821" x="4468813" y="4567238"/>
          <p14:tracePt t="72831" x="4518025" y="4605338"/>
          <p14:tracePt t="72841" x="4581525" y="4618038"/>
          <p14:tracePt t="72851" x="4619625" y="4630738"/>
          <p14:tracePt t="72861" x="4668838" y="4643438"/>
          <p14:tracePt t="72870" x="4706938" y="4656138"/>
          <p14:tracePt t="72880" x="4743450" y="4667250"/>
          <p14:tracePt t="72890" x="4768850" y="4667250"/>
          <p14:tracePt t="72899" x="4781550" y="4667250"/>
          <p14:tracePt t="72910" x="4794250" y="4667250"/>
          <p14:tracePt t="72929" x="4806950" y="4667250"/>
          <p14:tracePt t="73370" x="4819650" y="4667250"/>
          <p14:tracePt t="73380" x="4843463" y="4667250"/>
          <p14:tracePt t="73390" x="4868863" y="4656138"/>
          <p14:tracePt t="73400" x="4906963" y="4643438"/>
          <p14:tracePt t="73412" x="4981575" y="4618038"/>
          <p14:tracePt t="73419" x="5045075" y="4618038"/>
          <p14:tracePt t="73428" x="5106988" y="4618038"/>
          <p14:tracePt t="73438" x="5194300" y="4605338"/>
          <p14:tracePt t="73449" x="5345113" y="4543425"/>
          <p14:tracePt t="73458" x="5445125" y="4518025"/>
          <p14:tracePt t="73468" x="5557838" y="4479925"/>
          <p14:tracePt t="73478" x="5657850" y="4454525"/>
          <p14:tracePt t="73487" x="5783263" y="4392613"/>
          <p14:tracePt t="73497" x="5870575" y="4354513"/>
          <p14:tracePt t="73505" x="5945188" y="4330700"/>
          <p14:tracePt t="73516" x="5983288" y="4305300"/>
          <p14:tracePt t="73528" x="6034088" y="4279900"/>
          <p14:tracePt t="73535" x="6070600" y="4267200"/>
          <p14:tracePt t="73545" x="6108700" y="4241800"/>
          <p14:tracePt t="73555" x="6134100" y="4217988"/>
          <p14:tracePt t="73574" x="6146800" y="4217988"/>
          <p14:tracePt t="73583" x="6157913" y="4205288"/>
          <p14:tracePt t="73593" x="6170613" y="4205288"/>
          <p14:tracePt t="74034" x="6196013" y="4192588"/>
          <p14:tracePt t="74045" x="6221413" y="4167188"/>
          <p14:tracePt t="74053" x="6270625" y="4154488"/>
          <p14:tracePt t="74063" x="6334125" y="4117975"/>
          <p14:tracePt t="74072" x="6446838" y="4079875"/>
          <p14:tracePt t="74082" x="6559550" y="4054475"/>
          <p14:tracePt t="74094" x="6659563" y="4005263"/>
          <p14:tracePt t="74102" x="6784975" y="3979863"/>
          <p14:tracePt t="74112" x="6872288" y="3967163"/>
          <p14:tracePt t="74121" x="6921500" y="3954463"/>
          <p14:tracePt t="74130" x="7021513" y="3954463"/>
          <p14:tracePt t="74141" x="7085013" y="3954463"/>
          <p14:tracePt t="74150" x="7159625" y="3954463"/>
          <p14:tracePt t="74161" x="7197725" y="3954463"/>
          <p14:tracePt t="74170" x="7235825" y="3954463"/>
          <p14:tracePt t="74180" x="7246938" y="3954463"/>
          <p14:tracePt t="74189" x="7259638" y="3954463"/>
          <p14:tracePt t="74211" x="7272338" y="3954463"/>
          <p14:tracePt t="74230" x="7285038" y="3954463"/>
          <p14:tracePt t="74455" x="7297738" y="3954463"/>
          <p14:tracePt t="74484" x="7310438" y="3954463"/>
          <p14:tracePt t="74504" x="7323138" y="3954463"/>
          <p14:tracePt t="74513" x="7335838" y="3954463"/>
          <p14:tracePt t="74532" x="7348538" y="3954463"/>
          <p14:tracePt t="74544" x="7359650" y="3954463"/>
          <p14:tracePt t="74552" x="7359650" y="3967163"/>
          <p14:tracePt t="74562" x="7372350" y="3967163"/>
          <p14:tracePt t="74600" x="7385050" y="3967163"/>
          <p14:tracePt t="75684" x="7385050" y="3979863"/>
          <p14:tracePt t="75704" x="7385050" y="3992563"/>
          <p14:tracePt t="75723" x="7385050" y="4017963"/>
          <p14:tracePt t="75734" x="7385050" y="4029075"/>
          <p14:tracePt t="75743" x="7385050" y="4041775"/>
          <p14:tracePt t="75753" x="7372350" y="4079875"/>
          <p14:tracePt t="75763" x="7372350" y="4092575"/>
          <p14:tracePt t="75782" x="7359650" y="4117975"/>
          <p14:tracePt t="75793" x="7359650" y="4129088"/>
          <p14:tracePt t="75802" x="7359650" y="4141788"/>
          <p14:tracePt t="75812" x="7348538" y="4167188"/>
          <p14:tracePt t="75821" x="7335838" y="4192588"/>
          <p14:tracePt t="75831" x="7323138" y="4205288"/>
          <p14:tracePt t="75840" x="7310438" y="4267200"/>
          <p14:tracePt t="75850" x="7297738" y="4305300"/>
          <p14:tracePt t="75860" x="7285038" y="4354513"/>
          <p14:tracePt t="75870" x="7259638" y="4443413"/>
          <p14:tracePt t="75880" x="7235825" y="4518025"/>
          <p14:tracePt t="75894" x="7223125" y="4554538"/>
          <p14:tracePt t="75898" x="7223125" y="4592638"/>
          <p14:tracePt t="75909" x="7210425" y="4618038"/>
          <p14:tracePt t="75918" x="7197725" y="4656138"/>
          <p14:tracePt t="75927" x="7197725" y="4667250"/>
          <p14:tracePt t="75937" x="7197725" y="4692650"/>
          <p14:tracePt t="75957" x="7197725" y="4705350"/>
          <p14:tracePt t="76006" x="7197725" y="4718050"/>
          <p14:tracePt t="76778" x="7185025" y="4718050"/>
          <p14:tracePt t="76788" x="7172325" y="4718050"/>
          <p14:tracePt t="76798" x="7146925" y="4718050"/>
          <p14:tracePt t="76809" x="7134225" y="4718050"/>
          <p14:tracePt t="76817" x="7110413" y="4718050"/>
          <p14:tracePt t="76827" x="7097713" y="4705350"/>
          <p14:tracePt t="76837" x="7072313" y="4705350"/>
          <p14:tracePt t="76846" x="7072313" y="4692650"/>
          <p14:tracePt t="76857" x="7046913" y="4692650"/>
          <p14:tracePt t="76865" x="7046913" y="4679950"/>
          <p14:tracePt t="76876" x="7034213" y="4679950"/>
          <p14:tracePt t="76885" x="7021513" y="4667250"/>
          <p14:tracePt t="76896" x="7010400" y="4667250"/>
          <p14:tracePt t="76905" x="6997700" y="4667250"/>
          <p14:tracePt t="76914" x="6985000" y="4656138"/>
          <p14:tracePt t="76934" x="6972300" y="4656138"/>
          <p14:tracePt t="76943" x="6959600" y="4656138"/>
          <p14:tracePt t="76953" x="6946900" y="4643438"/>
          <p14:tracePt t="76973" x="6921500" y="4643438"/>
          <p14:tracePt t="76993" x="6910388" y="4643438"/>
          <p14:tracePt t="77002" x="6897688" y="4643438"/>
          <p14:tracePt t="77012" x="6884988" y="4630738"/>
          <p14:tracePt t="77043" x="6872288" y="4630738"/>
          <p14:tracePt t="77092" x="6859588" y="4630738"/>
          <p14:tracePt t="77131" x="6859588" y="4618038"/>
          <p14:tracePt t="77151" x="6859588" y="4605338"/>
          <p14:tracePt t="77162" x="6859588" y="4592638"/>
          <p14:tracePt t="77170" x="6859588" y="4579938"/>
          <p14:tracePt t="77180" x="6859588" y="4554538"/>
          <p14:tracePt t="77188" x="6859588" y="4543425"/>
          <p14:tracePt t="77198" x="6859588" y="4530725"/>
          <p14:tracePt t="77210" x="6859588" y="4505325"/>
          <p14:tracePt t="77228" x="6859588" y="4492625"/>
          <p14:tracePt t="77237" x="6859588" y="4479925"/>
          <p14:tracePt t="77247" x="6872288" y="4467225"/>
          <p14:tracePt t="77266" x="6884988" y="4454525"/>
          <p14:tracePt t="77286" x="6884988" y="4443413"/>
          <p14:tracePt t="77325" x="6897688" y="4430713"/>
          <p14:tracePt t="77355" x="6897688" y="4418013"/>
          <p14:tracePt t="77375" x="6910388" y="4405313"/>
          <p14:tracePt t="77998" x="6921500" y="4405313"/>
          <p14:tracePt t="78028" x="6934200" y="4405313"/>
          <p14:tracePt t="78037" x="6946900" y="4405313"/>
          <p14:tracePt t="78057" x="6972300" y="4405313"/>
          <p14:tracePt t="78067" x="6997700" y="4405313"/>
          <p14:tracePt t="78077" x="7010400" y="4392613"/>
          <p14:tracePt t="78088" x="7034213" y="4392613"/>
          <p14:tracePt t="78097" x="7046913" y="4392613"/>
          <p14:tracePt t="78110" x="7059613" y="4379913"/>
          <p14:tracePt t="78116" x="7072313" y="4379913"/>
          <p14:tracePt t="78136" x="7085013" y="4379913"/>
          <p14:tracePt t="78156" x="7097713" y="4379913"/>
          <p14:tracePt t="78166" x="7097713" y="4367213"/>
          <p14:tracePt t="78195" x="7110413" y="4367213"/>
          <p14:tracePt t="78216" x="7123113" y="4367213"/>
          <p14:tracePt t="78234" x="7134225" y="4367213"/>
          <p14:tracePt t="78244" x="7134225" y="4354513"/>
          <p14:tracePt t="78274" x="7134225" y="4341813"/>
          <p14:tracePt t="78283" x="7146925" y="4341813"/>
          <p14:tracePt t="78323" x="7159625" y="4330700"/>
          <p14:tracePt t="78333" x="7172325" y="4318000"/>
          <p14:tracePt t="78352" x="7172325" y="4305300"/>
          <p14:tracePt t="78361" x="7185025" y="4305300"/>
          <p14:tracePt t="78372" x="7185025" y="4292600"/>
          <p14:tracePt t="78411" x="7185025" y="4279900"/>
          <p14:tracePt t="78469" x="7185025" y="4267200"/>
          <p14:tracePt t="78479" x="7185025" y="4254500"/>
          <p14:tracePt t="78498" x="7159625" y="4254500"/>
          <p14:tracePt t="78510" x="7123113" y="4241800"/>
          <p14:tracePt t="78518" x="7046913" y="4230688"/>
          <p14:tracePt t="78528" x="6972300" y="4217988"/>
          <p14:tracePt t="78537" x="6884988" y="4217988"/>
          <p14:tracePt t="78548" x="6784975" y="4205288"/>
          <p14:tracePt t="78557" x="6696075" y="4205288"/>
          <p14:tracePt t="78566" x="6634163" y="4217988"/>
          <p14:tracePt t="78577" x="6584950" y="4217988"/>
          <p14:tracePt t="78585" x="6546850" y="4230688"/>
          <p14:tracePt t="78594" x="6508750" y="4230688"/>
          <p14:tracePt t="78605" x="6472238" y="4241800"/>
          <p14:tracePt t="78627" x="6446838" y="4241800"/>
          <p14:tracePt t="78636" x="6434138" y="4241800"/>
          <p14:tracePt t="79339" x="6472238" y="4241800"/>
          <p14:tracePt t="79349" x="6508750" y="4241800"/>
          <p14:tracePt t="79361" x="6559550" y="4241800"/>
          <p14:tracePt t="79368" x="6634163" y="4241800"/>
          <p14:tracePt t="79378" x="6696075" y="4241800"/>
          <p14:tracePt t="79387" x="6797675" y="4241800"/>
          <p14:tracePt t="79396" x="6872288" y="4241800"/>
          <p14:tracePt t="79409" x="6934200" y="4254500"/>
          <p14:tracePt t="79416" x="6985000" y="4254500"/>
          <p14:tracePt t="79427" x="7010400" y="4254500"/>
          <p14:tracePt t="79435" x="7059613" y="4254500"/>
          <p14:tracePt t="79445" x="7085013" y="4254500"/>
          <p14:tracePt t="79455" x="7110413" y="4254500"/>
          <p14:tracePt t="79475" x="7123113" y="4254500"/>
          <p14:tracePt t="79485" x="7134225" y="4254500"/>
          <p14:tracePt t="88820" x="7123113" y="4254500"/>
          <p14:tracePt t="88848" x="7110413" y="4254500"/>
          <p14:tracePt t="88867" x="7097713" y="4254500"/>
          <p14:tracePt t="88877" x="7085013" y="4254500"/>
          <p14:tracePt t="88887" x="7072313" y="4254500"/>
          <p14:tracePt t="88897" x="7059613" y="4254500"/>
          <p14:tracePt t="88907" x="7046913" y="4254500"/>
          <p14:tracePt t="88916" x="7046913" y="4241800"/>
          <p14:tracePt t="88926" x="7034213" y="4241800"/>
          <p14:tracePt t="88935" x="7021513" y="4241800"/>
          <p14:tracePt t="88956" x="6997700" y="4241800"/>
          <p14:tracePt t="88965" x="6985000" y="4241800"/>
          <p14:tracePt t="88975" x="6972300" y="4230688"/>
          <p14:tracePt t="88985" x="6946900" y="4230688"/>
          <p14:tracePt t="88994" x="6910388" y="4217988"/>
          <p14:tracePt t="89005" x="6897688" y="4217988"/>
          <p14:tracePt t="89014" x="6859588" y="4217988"/>
          <p14:tracePt t="89024" x="6834188" y="4217988"/>
          <p14:tracePt t="89039" x="6759575" y="4192588"/>
          <p14:tracePt t="89043" x="6684963" y="4179888"/>
          <p14:tracePt t="89052" x="6584950" y="4154488"/>
          <p14:tracePt t="89062" x="6496050" y="4129088"/>
          <p14:tracePt t="89072" x="6408738" y="4117975"/>
          <p14:tracePt t="89082" x="6283325" y="4092575"/>
          <p14:tracePt t="89091" x="6170613" y="4067175"/>
          <p14:tracePt t="89101" x="6045200" y="4029075"/>
          <p14:tracePt t="89110" x="5945188" y="4017963"/>
          <p14:tracePt t="89122" x="5870575" y="3992563"/>
          <p14:tracePt t="89130" x="5808663" y="3992563"/>
          <p14:tracePt t="89141" x="5757863" y="3992563"/>
          <p14:tracePt t="89149" x="5695950" y="3992563"/>
          <p14:tracePt t="89160" x="5657850" y="3992563"/>
          <p14:tracePt t="89169" x="5632450" y="3992563"/>
          <p14:tracePt t="89180" x="5607050" y="3992563"/>
          <p14:tracePt t="89189" x="5583238" y="3992563"/>
          <p14:tracePt t="89943" x="5570538" y="3992563"/>
          <p14:tracePt t="89953" x="5545138" y="3992563"/>
          <p14:tracePt t="89963" x="5507038" y="4005263"/>
          <p14:tracePt t="89976" x="5470525" y="4017963"/>
          <p14:tracePt t="89982" x="5445125" y="4017963"/>
          <p14:tracePt t="89992" x="5407025" y="4017963"/>
          <p14:tracePt t="90001" x="5370513" y="4017963"/>
          <p14:tracePt t="90011" x="5332413" y="4017963"/>
          <p14:tracePt t="90020" x="5294313" y="4029075"/>
          <p14:tracePt t="90030" x="5270500" y="4029075"/>
          <p14:tracePt t="90041" x="5232400" y="4041775"/>
          <p14:tracePt t="90049" x="5207000" y="4054475"/>
          <p14:tracePt t="90058" x="5157788" y="4054475"/>
          <p14:tracePt t="90068" x="5132388" y="4054475"/>
          <p14:tracePt t="90078" x="5094288" y="4054475"/>
          <p14:tracePt t="90088" x="5068888" y="4067175"/>
          <p14:tracePt t="90097" x="5057775" y="4067175"/>
          <p14:tracePt t="90107" x="5045075" y="4079875"/>
          <p14:tracePt t="90116" x="5019675" y="4079875"/>
          <p14:tracePt t="90127" x="5006975" y="4092575"/>
          <p14:tracePt t="90136" x="4994275" y="4092575"/>
          <p14:tracePt t="90146" x="4968875" y="4092575"/>
          <p14:tracePt t="94925" x="4968875" y="4105275"/>
          <p14:tracePt t="94956" x="4968875" y="4117975"/>
          <p14:tracePt t="94964" x="4968875" y="4129088"/>
          <p14:tracePt t="94994" x="4968875" y="4141788"/>
          <p14:tracePt t="95023" x="4968875" y="4154488"/>
          <p14:tracePt t="95052" x="4968875" y="4167188"/>
          <p14:tracePt t="95062" x="4968875" y="4179888"/>
          <p14:tracePt t="95082" x="4968875" y="4192588"/>
          <p14:tracePt t="95091" x="4968875" y="4205288"/>
          <p14:tracePt t="95110" x="4968875" y="4217988"/>
          <p14:tracePt t="95130" x="4968875" y="4230688"/>
          <p14:tracePt t="95188" x="4968875" y="4241800"/>
          <p14:tracePt t="100495" x="4968875" y="4254500"/>
          <p14:tracePt t="100523" x="4968875" y="4267200"/>
          <p14:tracePt t="100534" x="4968875" y="4279900"/>
          <p14:tracePt t="100573" x="4968875" y="4292600"/>
          <p14:tracePt t="100601" x="4968875" y="4305300"/>
          <p14:tracePt t="100631" x="4968875" y="4318000"/>
          <p14:tracePt t="100672" x="4968875" y="4330700"/>
          <p14:tracePt t="100709" x="4968875" y="4341813"/>
          <p14:tracePt t="100768" x="4968875" y="4354513"/>
          <p14:tracePt t="106513" x="4968875" y="4367213"/>
          <p14:tracePt t="106522" x="4968875" y="4379913"/>
          <p14:tracePt t="106554" x="4968875" y="4392613"/>
          <p14:tracePt t="106602" x="4956175" y="4392613"/>
          <p14:tracePt t="106611" x="4956175" y="4405313"/>
          <p14:tracePt t="106640" x="4945063" y="4405313"/>
          <p14:tracePt t="106649" x="4945063" y="4418013"/>
          <p14:tracePt t="106659" x="4932363" y="4430713"/>
          <p14:tracePt t="106670" x="4919663" y="4430713"/>
          <p14:tracePt t="106677" x="4919663" y="4443413"/>
          <p14:tracePt t="106707" x="4906963" y="4443413"/>
          <p14:tracePt t="106738" x="4894263" y="4454525"/>
          <p14:tracePt t="106826" x="4894263" y="4479925"/>
          <p14:tracePt t="106855" x="4894263" y="4492625"/>
          <p14:tracePt t="106923" x="4894263" y="4505325"/>
          <p14:tracePt t="107070" x="4906963" y="4505325"/>
          <p14:tracePt t="107100" x="4919663" y="4505325"/>
          <p14:tracePt t="107128" x="4932363" y="4505325"/>
          <p14:tracePt t="107158" x="4945063" y="4505325"/>
          <p14:tracePt t="107167" x="4956175" y="4505325"/>
          <p14:tracePt t="107245" x="4968875" y="4505325"/>
          <p14:tracePt t="107342" x="4981575" y="4505325"/>
          <p14:tracePt t="110811" x="4981575" y="4518025"/>
          <p14:tracePt t="110820" x="4981575" y="4530725"/>
          <p14:tracePt t="110850" x="4981575" y="4543425"/>
          <p14:tracePt t="110900" x="4981575" y="4554538"/>
          <p14:tracePt t="110922" x="4981575" y="4567238"/>
          <p14:tracePt t="110929" x="4981575" y="4579938"/>
          <p14:tracePt t="110939" x="4981575" y="4592638"/>
          <p14:tracePt t="110959" x="4981575" y="4605338"/>
          <p14:tracePt t="110969" x="4981575" y="4618038"/>
          <p14:tracePt t="111016" x="4981575" y="4630738"/>
          <p14:tracePt t="116244" x="4981575" y="4643438"/>
          <p14:tracePt t="116507" x="4994275" y="4643438"/>
          <p14:tracePt t="116565" x="5006975" y="4643438"/>
          <p14:tracePt t="116575" x="5006975" y="4630738"/>
          <p14:tracePt t="116633" x="5006975" y="4618038"/>
          <p14:tracePt t="116860" x="5006975" y="4630738"/>
          <p14:tracePt t="116869" x="4994275" y="4630738"/>
          <p14:tracePt t="116909" x="4994275" y="4643438"/>
          <p14:tracePt t="123004" x="4994275" y="4656138"/>
          <p14:tracePt t="123016" x="4994275" y="4667250"/>
          <p14:tracePt t="123024" x="4994275" y="4679950"/>
          <p14:tracePt t="123043" x="4981575" y="4705350"/>
          <p14:tracePt t="123053" x="4981575" y="4718050"/>
          <p14:tracePt t="123073" x="4981575" y="4730750"/>
          <p14:tracePt t="123082" x="4981575" y="4743450"/>
          <p14:tracePt t="123102" x="4981575" y="4756150"/>
          <p14:tracePt t="123123" x="4968875" y="4756150"/>
          <p14:tracePt t="123135" x="4968875" y="4768850"/>
          <p14:tracePt t="123154" x="4968875" y="4779963"/>
          <p14:tracePt t="123162" x="4968875" y="4792663"/>
          <p14:tracePt t="123172" x="4956175" y="4792663"/>
          <p14:tracePt t="123182" x="4956175" y="4805363"/>
          <p14:tracePt t="123232" x="4956175" y="4818063"/>
          <p14:tracePt t="123268" x="4956175" y="4830763"/>
          <p14:tracePt t="123279" x="4956175" y="4843463"/>
          <p14:tracePt t="123347" x="4956175" y="4856163"/>
          <p14:tracePt t="124414" x="4968875" y="4868863"/>
          <p14:tracePt t="124434" x="4981575" y="4868863"/>
          <p14:tracePt t="124455" x="4994275" y="4879975"/>
          <p14:tracePt t="124482" x="5006975" y="4879975"/>
          <p14:tracePt t="124490" x="5006975" y="4892675"/>
          <p14:tracePt t="124500" x="5019675" y="4892675"/>
          <p14:tracePt t="124549" x="5032375" y="4892675"/>
          <p14:tracePt t="124616" x="5045075" y="4892675"/>
          <p14:tracePt t="124685" x="5057775" y="4892675"/>
          <p14:tracePt t="124694" x="5068888" y="4892675"/>
          <p14:tracePt t="124726" x="5081588" y="4892675"/>
          <p14:tracePt t="125105" x="5094288" y="4892675"/>
          <p14:tracePt t="125136" x="5106988" y="4892675"/>
          <p14:tracePt t="125175" x="5119688" y="4892675"/>
          <p14:tracePt t="125204" x="5132388" y="4892675"/>
          <p14:tracePt t="125243" x="5145088" y="4879975"/>
          <p14:tracePt t="125312" x="5157788" y="4879975"/>
          <p14:tracePt t="125401" x="5157788" y="4868863"/>
          <p14:tracePt t="140180" x="5170488" y="4879975"/>
          <p14:tracePt t="140190" x="5181600" y="4905375"/>
          <p14:tracePt t="140199" x="5194300" y="4943475"/>
          <p14:tracePt t="140210" x="5219700" y="5005388"/>
          <p14:tracePt t="140219" x="5245100" y="5081588"/>
          <p14:tracePt t="140234" x="5257800" y="5105400"/>
          <p14:tracePt t="140238" x="5281613" y="5143500"/>
          <p14:tracePt t="140249" x="5281613" y="5168900"/>
          <p14:tracePt t="140258" x="5307013" y="5194300"/>
          <p14:tracePt t="140269" x="5319713" y="5205413"/>
          <p14:tracePt t="140277" x="5319713" y="5230813"/>
          <p14:tracePt t="140287" x="5332413" y="5256213"/>
          <p14:tracePt t="140297" x="5345113" y="5281613"/>
          <p14:tracePt t="140306" x="5357813" y="5305425"/>
          <p14:tracePt t="140316" x="5370513" y="5343525"/>
          <p14:tracePt t="140326" x="5394325" y="5418138"/>
          <p14:tracePt t="140335" x="5432425" y="5494338"/>
          <p14:tracePt t="140348" x="5445125" y="5530850"/>
          <p14:tracePt t="140355" x="5457825" y="5594350"/>
          <p14:tracePt t="140365" x="5470525" y="5619750"/>
          <p14:tracePt t="140374" x="5483225" y="5643563"/>
          <p14:tracePt t="140384" x="5495925" y="5656263"/>
          <p14:tracePt t="140393" x="5495925" y="5681663"/>
          <p14:tracePt t="140413" x="5495925" y="5694363"/>
          <p14:tracePt t="141471" x="5483225" y="5694363"/>
          <p14:tracePt t="141482" x="5457825" y="5694363"/>
          <p14:tracePt t="141490" x="5445125" y="5694363"/>
          <p14:tracePt t="141500" x="5419725" y="5694363"/>
          <p14:tracePt t="141510" x="5370513" y="5694363"/>
          <p14:tracePt t="141519" x="5294313" y="5681663"/>
          <p14:tracePt t="141533" x="5219700" y="5668963"/>
          <p14:tracePt t="141538" x="5106988" y="5630863"/>
          <p14:tracePt t="141549" x="4994275" y="5568950"/>
          <p14:tracePt t="141559" x="4856163" y="5518150"/>
          <p14:tracePt t="141570" x="4743450" y="5494338"/>
          <p14:tracePt t="141578" x="4581525" y="5430838"/>
          <p14:tracePt t="141587" x="4468813" y="5394325"/>
          <p14:tracePt t="141596" x="4330700" y="5368925"/>
          <p14:tracePt t="141606" x="4243388" y="5343525"/>
          <p14:tracePt t="141616" x="4156075" y="5330825"/>
          <p14:tracePt t="141626" x="4068763" y="5305425"/>
          <p14:tracePt t="141635" x="4017963" y="5294313"/>
          <p14:tracePt t="141646" x="3956050" y="5281613"/>
          <p14:tracePt t="141654" x="3917950" y="5281613"/>
          <p14:tracePt t="141665" x="3892550" y="5281613"/>
          <p14:tracePt t="141674" x="3867150" y="5281613"/>
          <p14:tracePt t="141684" x="3856038" y="5281613"/>
          <p14:tracePt t="142233" x="3879850" y="5281613"/>
          <p14:tracePt t="142243" x="3930650" y="5281613"/>
          <p14:tracePt t="142252" x="4043363" y="5318125"/>
          <p14:tracePt t="142264" x="4092575" y="5330825"/>
          <p14:tracePt t="142271" x="4243388" y="5343525"/>
          <p14:tracePt t="142282" x="4356100" y="5343525"/>
          <p14:tracePt t="142290" x="4494213" y="5343525"/>
          <p14:tracePt t="142300" x="4581525" y="5343525"/>
          <p14:tracePt t="142310" x="4694238" y="5343525"/>
          <p14:tracePt t="142320" x="4806950" y="5343525"/>
          <p14:tracePt t="142330" x="4906963" y="5343525"/>
          <p14:tracePt t="142339" x="4981575" y="5343525"/>
          <p14:tracePt t="142350" x="5081588" y="5330825"/>
          <p14:tracePt t="142359" x="5170488" y="5318125"/>
          <p14:tracePt t="142368" x="5232400" y="5318125"/>
          <p14:tracePt t="142379" x="5270500" y="5305425"/>
          <p14:tracePt t="142388" x="5307013" y="5305425"/>
          <p14:tracePt t="142398" x="5345113" y="5305425"/>
          <p14:tracePt t="142417" x="5370513" y="5305425"/>
          <p14:tracePt t="144901" x="5357813" y="5305425"/>
          <p14:tracePt t="144913" x="5332413" y="5305425"/>
          <p14:tracePt t="144919" x="5307013" y="5305425"/>
          <p14:tracePt t="144931" x="5294313" y="5305425"/>
          <p14:tracePt t="144938" x="5257800" y="5318125"/>
          <p14:tracePt t="144948" x="5207000" y="5318125"/>
          <p14:tracePt t="144957" x="5145088" y="5330825"/>
          <p14:tracePt t="144968" x="5081588" y="5330825"/>
          <p14:tracePt t="144977" x="4981575" y="5343525"/>
          <p14:tracePt t="144987" x="4894263" y="5343525"/>
          <p14:tracePt t="144997" x="4806950" y="5343525"/>
          <p14:tracePt t="145007" x="4706938" y="5343525"/>
          <p14:tracePt t="145016" x="4594225" y="5343525"/>
          <p14:tracePt t="145027" x="4494213" y="5343525"/>
          <p14:tracePt t="145035" x="4430713" y="5343525"/>
          <p14:tracePt t="145047" x="4356100" y="5343525"/>
          <p14:tracePt t="145055" x="4294188" y="5343525"/>
          <p14:tracePt t="145065" x="4256088" y="5343525"/>
          <p14:tracePt t="145076" x="4230688" y="5343525"/>
          <p14:tracePt t="145085" x="4181475" y="5356225"/>
          <p14:tracePt t="145096" x="4168775" y="5356225"/>
          <p14:tracePt t="145104" x="4130675" y="5381625"/>
          <p14:tracePt t="145115" x="4117975" y="5394325"/>
          <p14:tracePt t="150364" x="4117975" y="5407025"/>
          <p14:tracePt t="150383" x="4130675" y="5418138"/>
          <p14:tracePt t="150403" x="4143375" y="5430838"/>
          <p14:tracePt t="150413" x="4168775" y="5443538"/>
          <p14:tracePt t="150422" x="4192588" y="5468938"/>
          <p14:tracePt t="150433" x="4205288" y="5481638"/>
          <p14:tracePt t="150442" x="4230688" y="5507038"/>
          <p14:tracePt t="150452" x="4243388" y="5507038"/>
          <p14:tracePt t="150462" x="4256088" y="5530850"/>
          <p14:tracePt t="150471" x="4268788" y="5530850"/>
          <p14:tracePt t="150480" x="4281488" y="5543550"/>
          <p14:tracePt t="150490" x="4305300" y="5568950"/>
          <p14:tracePt t="150511" x="4318000" y="5581650"/>
          <p14:tracePt t="150519" x="4330700" y="5581650"/>
          <p14:tracePt t="150530" x="4343400" y="5594350"/>
          <p14:tracePt t="150539" x="4368800" y="5607050"/>
          <p14:tracePt t="150549" x="4381500" y="5607050"/>
          <p14:tracePt t="150558" x="4394200" y="5607050"/>
          <p14:tracePt t="150568" x="4418013" y="5619750"/>
          <p14:tracePt t="150577" x="4430713" y="5630863"/>
          <p14:tracePt t="150588" x="4443413" y="5630863"/>
          <p14:tracePt t="150617" x="4456113" y="5630863"/>
          <p14:tracePt t="150647" x="4468813" y="5630863"/>
          <p14:tracePt t="151548" x="4481513" y="5630863"/>
          <p14:tracePt t="151556" x="4494213" y="5630863"/>
          <p14:tracePt t="151569" x="4494213" y="5643563"/>
          <p14:tracePt t="151575" x="4506913" y="5643563"/>
          <p14:tracePt t="151585" x="4530725" y="5643563"/>
          <p14:tracePt t="151594" x="4556125" y="5656263"/>
          <p14:tracePt t="151605" x="4568825" y="5668963"/>
          <p14:tracePt t="151614" x="4594225" y="5668963"/>
          <p14:tracePt t="151625" x="4619625" y="5681663"/>
          <p14:tracePt t="151633" x="4630738" y="5681663"/>
          <p14:tracePt t="151645" x="4643438" y="5681663"/>
          <p14:tracePt t="151653" x="4668838" y="5681663"/>
          <p14:tracePt t="151663" x="4681538" y="5681663"/>
          <p14:tracePt t="151672" x="4694238" y="5681663"/>
          <p14:tracePt t="151682" x="4706938" y="5681663"/>
          <p14:tracePt t="151703" x="4719638" y="5681663"/>
          <p14:tracePt t="151712" x="4732338" y="5681663"/>
          <p14:tracePt t="151733" x="4743450" y="5681663"/>
          <p14:tracePt t="151751" x="4756150" y="5681663"/>
          <p14:tracePt t="151821" x="4768850" y="5681663"/>
          <p14:tracePt t="151910" x="4781550" y="5681663"/>
          <p14:tracePt t="153931" x="4781550" y="5694363"/>
          <p14:tracePt t="153941" x="4768850" y="5694363"/>
          <p14:tracePt t="153951" x="4756150" y="5694363"/>
          <p14:tracePt t="153962" x="4743450" y="5707063"/>
          <p14:tracePt t="153970" x="4732338" y="5707063"/>
          <p14:tracePt t="153981" x="4694238" y="5719763"/>
          <p14:tracePt t="153998" x="4668838" y="5719763"/>
          <p14:tracePt t="154010" x="4656138" y="5719763"/>
          <p14:tracePt t="154017" x="4630738" y="5732463"/>
          <p14:tracePt t="154028" x="4619625" y="5732463"/>
          <p14:tracePt t="154036" x="4606925" y="5743575"/>
          <p14:tracePt t="154047" x="4568825" y="5743575"/>
          <p14:tracePt t="154056" x="4556125" y="5743575"/>
          <p14:tracePt t="154066" x="4530725" y="5743575"/>
          <p14:tracePt t="154075" x="4494213" y="5768975"/>
          <p14:tracePt t="154086" x="4430713" y="5781675"/>
          <p14:tracePt t="154096" x="4394200" y="5807075"/>
          <p14:tracePt t="154105" x="4356100" y="5807075"/>
          <p14:tracePt t="154116" x="4318000" y="5819775"/>
          <p14:tracePt t="154125" x="4281488" y="5843588"/>
          <p14:tracePt t="154135" x="4243388" y="5843588"/>
          <p14:tracePt t="154145" x="4217988" y="5856288"/>
          <p14:tracePt t="154155" x="4205288" y="5856288"/>
          <p14:tracePt t="154164" x="4192588" y="5856288"/>
          <p14:tracePt t="154176" x="4181475" y="5856288"/>
          <p14:tracePt t="154183" x="4168775" y="5856288"/>
          <p14:tracePt t="154213" x="4156075" y="5856288"/>
          <p14:tracePt t="154225" x="4156075" y="5868988"/>
          <p14:tracePt t="154234" x="4143375" y="5868988"/>
          <p14:tracePt t="155131" x="4156075" y="5868988"/>
          <p14:tracePt t="155142" x="4168775" y="5868988"/>
          <p14:tracePt t="155151" x="4181475" y="5868988"/>
          <p14:tracePt t="155161" x="4205288" y="5868988"/>
          <p14:tracePt t="155171" x="4217988" y="5868988"/>
          <p14:tracePt t="155182" x="4243388" y="5868988"/>
          <p14:tracePt t="155192" x="4268788" y="5856288"/>
          <p14:tracePt t="155201" x="4294188" y="5856288"/>
          <p14:tracePt t="155212" x="4318000" y="5843588"/>
          <p14:tracePt t="155221" x="4330700" y="5832475"/>
          <p14:tracePt t="155232" x="4356100" y="5832475"/>
          <p14:tracePt t="155241" x="4368800" y="5819775"/>
          <p14:tracePt t="155250" x="4394200" y="5794375"/>
          <p14:tracePt t="155262" x="4418013" y="5781675"/>
          <p14:tracePt t="155269" x="4443413" y="5756275"/>
          <p14:tracePt t="155279" x="4456113" y="5756275"/>
          <p14:tracePt t="155288" x="4481513" y="5732463"/>
          <p14:tracePt t="155299" x="4494213" y="5732463"/>
          <p14:tracePt t="155310" x="4518025" y="5707063"/>
          <p14:tracePt t="155318" x="4543425" y="5694363"/>
          <p14:tracePt t="155338" x="4556125" y="5681663"/>
          <p14:tracePt t="155347" x="4581525" y="5668963"/>
          <p14:tracePt t="155358" x="4594225" y="5656263"/>
          <p14:tracePt t="155367" x="4619625" y="5630863"/>
          <p14:tracePt t="155377" x="4630738" y="5619750"/>
          <p14:tracePt t="155396" x="4643438" y="5607050"/>
          <p14:tracePt t="155416" x="4656138" y="5607050"/>
          <p14:tracePt t="155429" x="4656138" y="5594350"/>
          <p14:tracePt t="155456" x="4668838" y="5594350"/>
          <p14:tracePt t="155478" x="4668838" y="5581650"/>
          <p14:tracePt t="155515" x="4668838" y="5568950"/>
          <p14:tracePt t="159256" x="4656138" y="5568950"/>
          <p14:tracePt t="159296" x="4643438" y="5568950"/>
          <p14:tracePt t="159326" x="4643438" y="5581650"/>
          <p14:tracePt t="159335" x="4643438" y="5607050"/>
          <p14:tracePt t="159347" x="4643438" y="5630863"/>
          <p14:tracePt t="159365" x="4643438" y="5643563"/>
          <p14:tracePt t="159385" x="4643438" y="5656263"/>
          <p14:tracePt t="159474" x="4656138" y="5656263"/>
          <p14:tracePt t="159502" x="4656138" y="5643563"/>
          <p14:tracePt t="159513" x="4656138" y="5630863"/>
          <p14:tracePt t="159541" x="4656138" y="5619750"/>
          <p14:tracePt t="159835" x="4668838" y="5619750"/>
          <p14:tracePt t="159874" x="4668838" y="5630863"/>
          <p14:tracePt t="159902" x="4668838" y="5643563"/>
          <p14:tracePt t="159922" x="4668838" y="5668963"/>
          <p14:tracePt t="159932" x="4668838" y="5681663"/>
          <p14:tracePt t="159945" x="4668838" y="5694363"/>
          <p14:tracePt t="159951" x="4668838" y="5707063"/>
          <p14:tracePt t="159972" x="4668838" y="5719763"/>
          <p14:tracePt t="160011" x="4668838" y="5732463"/>
          <p14:tracePt t="160039" x="4668838" y="5743575"/>
          <p14:tracePt t="160509" x="4668838" y="5768975"/>
          <p14:tracePt t="160518" x="4668838" y="5794375"/>
          <p14:tracePt t="160529" x="4668838" y="5819775"/>
          <p14:tracePt t="160539" x="4668838" y="5856288"/>
          <p14:tracePt t="160548" x="4656138" y="5881688"/>
          <p14:tracePt t="160568" x="4656138" y="5907088"/>
          <p14:tracePt t="160596" x="4656138" y="5919788"/>
          <p14:tracePt t="160646" x="4656138" y="5932488"/>
          <p14:tracePt t="161282" x="4656138" y="5945188"/>
          <p14:tracePt t="161291" x="4656138" y="5956300"/>
          <p14:tracePt t="161301" x="4656138" y="5969000"/>
          <p14:tracePt t="161310" x="4656138" y="5994400"/>
          <p14:tracePt t="161330" x="4656138" y="6019800"/>
          <p14:tracePt t="161349" x="4656138" y="6032500"/>
          <p14:tracePt t="161367" x="4656138" y="6045200"/>
          <p14:tracePt t="161407" x="4656138" y="6056313"/>
          <p14:tracePt t="161445" x="4656138" y="6069013"/>
          <p14:tracePt t="166205" x="4681538" y="6069013"/>
          <p14:tracePt t="166214" x="4706938" y="6069013"/>
          <p14:tracePt t="166225" x="4732338" y="6069013"/>
          <p14:tracePt t="166234" x="4768850" y="6069013"/>
          <p14:tracePt t="166244" x="4794250" y="6056313"/>
          <p14:tracePt t="166253" x="4832350" y="6045200"/>
          <p14:tracePt t="166263" x="4843463" y="6045200"/>
          <p14:tracePt t="166273" x="4881563" y="6045200"/>
          <p14:tracePt t="166283" x="4906963" y="6032500"/>
          <p14:tracePt t="166292" x="4919663" y="6019800"/>
          <p14:tracePt t="166303" x="4945063" y="6007100"/>
          <p14:tracePt t="166312" x="4968875" y="6007100"/>
          <p14:tracePt t="166323" x="4994275" y="5981700"/>
          <p14:tracePt t="166331" x="5019675" y="5969000"/>
          <p14:tracePt t="166342" x="5045075" y="5956300"/>
          <p14:tracePt t="166351" x="5081588" y="5932488"/>
          <p14:tracePt t="166361" x="5094288" y="5932488"/>
          <p14:tracePt t="166372" x="5106988" y="5907088"/>
          <p14:tracePt t="166382" x="5132388" y="5881688"/>
          <p14:tracePt t="166392" x="5170488" y="5832475"/>
          <p14:tracePt t="166401" x="5181600" y="5794375"/>
          <p14:tracePt t="166412" x="5232400" y="5694363"/>
          <p14:tracePt t="166421" x="5257800" y="5643563"/>
          <p14:tracePt t="166430" x="5294313" y="5568950"/>
          <p14:tracePt t="166443" x="5307013" y="5530850"/>
          <p14:tracePt t="166451" x="5332413" y="5481638"/>
          <p14:tracePt t="166460" x="5332413" y="5443538"/>
          <p14:tracePt t="166469" x="5345113" y="5418138"/>
          <p14:tracePt t="166480" x="5357813" y="5381625"/>
          <p14:tracePt t="166490" x="5357813" y="5356225"/>
          <p14:tracePt t="166499" x="5370513" y="5330825"/>
          <p14:tracePt t="166508" x="5370513" y="5294313"/>
          <p14:tracePt t="166519" x="5370513" y="5268913"/>
          <p14:tracePt t="166528" x="5370513" y="5243513"/>
          <p14:tracePt t="166538" x="5370513" y="5205413"/>
          <p14:tracePt t="166547" x="5370513" y="5181600"/>
          <p14:tracePt t="166557" x="5370513" y="5156200"/>
          <p14:tracePt t="166566" x="5370513" y="5130800"/>
          <p14:tracePt t="166577" x="5370513" y="5118100"/>
          <p14:tracePt t="166586" x="5370513" y="5105400"/>
          <p14:tracePt t="166607" x="5370513" y="5092700"/>
          <p14:tracePt t="166617" x="5370513" y="5081588"/>
          <p14:tracePt t="166627" x="5357813" y="5081588"/>
          <p14:tracePt t="166636" x="5345113" y="5081588"/>
          <p14:tracePt t="166647" x="5332413" y="5081588"/>
          <p14:tracePt t="167290" x="5345113" y="5081588"/>
          <p14:tracePt t="167299" x="5370513" y="5081588"/>
          <p14:tracePt t="167309" x="5394325" y="5081588"/>
          <p14:tracePt t="167318" x="5432425" y="5081588"/>
          <p14:tracePt t="167329" x="5445125" y="5092700"/>
          <p14:tracePt t="167339" x="5483225" y="5092700"/>
          <p14:tracePt t="167349" x="5507038" y="5092700"/>
          <p14:tracePt t="167359" x="5532438" y="5092700"/>
          <p14:tracePt t="167368" x="5570538" y="5092700"/>
          <p14:tracePt t="167377" x="5595938" y="5092700"/>
          <p14:tracePt t="167390" x="5632450" y="5081588"/>
          <p14:tracePt t="167398" x="5683250" y="5030788"/>
          <p14:tracePt t="167411" x="5695950" y="5018088"/>
          <p14:tracePt t="167418" x="5732463" y="4968875"/>
          <p14:tracePt t="167430" x="5745163" y="4956175"/>
          <p14:tracePt t="167438" x="5783263" y="4918075"/>
          <p14:tracePt t="167448" x="5808663" y="4868863"/>
          <p14:tracePt t="167460" x="5832475" y="4818063"/>
          <p14:tracePt t="167468" x="5845175" y="4730750"/>
          <p14:tracePt t="167476" x="5857875" y="4643438"/>
          <p14:tracePt t="167486" x="5870575" y="4567238"/>
          <p14:tracePt t="167495" x="5870575" y="4505325"/>
          <p14:tracePt t="167506" x="5870575" y="4467225"/>
          <p14:tracePt t="167514" x="5870575" y="4418013"/>
          <p14:tracePt t="167524" x="5870575" y="4379913"/>
          <p14:tracePt t="167534" x="5821363" y="4318000"/>
          <p14:tracePt t="167545" x="5808663" y="4292600"/>
          <p14:tracePt t="167555" x="5770563" y="4267200"/>
          <p14:tracePt t="167564" x="5732463" y="4254500"/>
          <p14:tracePt t="167575" x="5645150" y="4230688"/>
          <p14:tracePt t="167583" x="5570538" y="4230688"/>
          <p14:tracePt t="167594" x="5445125" y="4230688"/>
          <p14:tracePt t="167603" x="5245100" y="4267200"/>
          <p14:tracePt t="167613" x="5145088" y="4330700"/>
          <p14:tracePt t="167624" x="5006975" y="4430713"/>
          <p14:tracePt t="167632" x="4894263" y="4530725"/>
          <p14:tracePt t="167643" x="4781550" y="4656138"/>
          <p14:tracePt t="167652" x="4694238" y="4768850"/>
          <p14:tracePt t="167661" x="4630738" y="4879975"/>
          <p14:tracePt t="167672" x="4581525" y="4981575"/>
          <p14:tracePt t="167681" x="4530725" y="5068888"/>
          <p14:tracePt t="167691" x="4494213" y="5143500"/>
          <p14:tracePt t="167701" x="4468813" y="5205413"/>
          <p14:tracePt t="167711" x="4443413" y="5281613"/>
          <p14:tracePt t="167721" x="4443413" y="5356225"/>
          <p14:tracePt t="167730" x="4430713" y="5443538"/>
          <p14:tracePt t="167741" x="4430713" y="5518150"/>
          <p14:tracePt t="167750" x="4430713" y="5568950"/>
          <p14:tracePt t="167760" x="4430713" y="5607050"/>
          <p14:tracePt t="167769" x="4430713" y="5630863"/>
          <p14:tracePt t="167779" x="4430713" y="5681663"/>
          <p14:tracePt t="167791" x="4430713" y="5694363"/>
          <p14:tracePt t="167798" x="4443413" y="5719763"/>
          <p14:tracePt t="167809" x="4443413" y="5732463"/>
          <p14:tracePt t="167818" x="4443413" y="5743575"/>
          <p14:tracePt t="171981" x="4443413" y="5756275"/>
          <p14:tracePt t="171993" x="4456113" y="5756275"/>
          <p14:tracePt t="172001" x="4456113" y="5781675"/>
          <p14:tracePt t="172011" x="4468813" y="5807075"/>
          <p14:tracePt t="172021" x="4481513" y="5819775"/>
          <p14:tracePt t="172030" x="4494213" y="5832475"/>
          <p14:tracePt t="172040" x="4518025" y="5856288"/>
          <p14:tracePt t="172050" x="4518025" y="5868988"/>
          <p14:tracePt t="172060" x="4543425" y="5894388"/>
          <p14:tracePt t="172070" x="4556125" y="5919788"/>
          <p14:tracePt t="172079" x="4594225" y="5945188"/>
          <p14:tracePt t="172098" x="4606925" y="5956300"/>
          <p14:tracePt t="172124" x="4630738" y="5981700"/>
          <p14:tracePt t="172148" x="4630738" y="5994400"/>
          <p14:tracePt t="172157" x="4643438" y="5994400"/>
          <p14:tracePt t="172188" x="4656138" y="6007100"/>
          <p14:tracePt t="172197" x="4668838" y="6007100"/>
          <p14:tracePt t="172217" x="4668838" y="6019800"/>
          <p14:tracePt t="172245" x="4681538" y="6019800"/>
          <p14:tracePt t="172313" x="4694238" y="6019800"/>
          <p14:tracePt t="172352" x="4706938" y="6019800"/>
          <p14:tracePt t="172362" x="4719638" y="6019800"/>
          <p14:tracePt t="172381" x="4732338" y="6019800"/>
          <p14:tracePt t="172391" x="4743450" y="6019800"/>
          <p14:tracePt t="172402" x="4756150" y="6019800"/>
          <p14:tracePt t="172412" x="4768850" y="6019800"/>
          <p14:tracePt t="172422" x="4794250" y="6019800"/>
          <p14:tracePt t="172432" x="4806950" y="6019800"/>
          <p14:tracePt t="172441" x="4819650" y="6007100"/>
          <p14:tracePt t="172451" x="4856163" y="6007100"/>
          <p14:tracePt t="172471" x="4868863" y="6007100"/>
          <p14:tracePt t="172480" x="4881563" y="6007100"/>
          <p14:tracePt t="172491" x="4894263" y="6007100"/>
          <p14:tracePt t="172499" x="4906963" y="6007100"/>
          <p14:tracePt t="172520" x="4919663" y="6007100"/>
          <p14:tracePt t="172529" x="4932363" y="6007100"/>
          <p14:tracePt t="172540" x="4945063" y="6007100"/>
          <p14:tracePt t="173614" x="4956175" y="6019800"/>
          <p14:tracePt t="173634" x="4968875" y="6045200"/>
          <p14:tracePt t="173644" x="4981575" y="6081713"/>
          <p14:tracePt t="173655" x="4994275" y="6107113"/>
          <p14:tracePt t="173663" x="5006975" y="6119813"/>
          <p14:tracePt t="173674" x="5019675" y="6132513"/>
          <p14:tracePt t="173682" x="5019675" y="6145213"/>
          <p14:tracePt t="173692" x="5032375" y="6157913"/>
          <p14:tracePt t="173721" x="5032375" y="6169025"/>
          <p14:tracePt t="173741" x="5045075" y="6169025"/>
          <p14:tracePt t="173751" x="5045075" y="6181725"/>
          <p14:tracePt t="176946" x="5019675" y="6181725"/>
          <p14:tracePt t="176966" x="5006975" y="6181725"/>
          <p14:tracePt t="176976" x="4968875" y="6157913"/>
          <p14:tracePt t="176985" x="4956175" y="6132513"/>
          <p14:tracePt t="176995" x="4932363" y="6119813"/>
          <p14:tracePt t="177006" x="4906963" y="6069013"/>
          <p14:tracePt t="177015" x="4881563" y="6045200"/>
          <p14:tracePt t="177025" x="4856163" y="6007100"/>
          <p14:tracePt t="177034" x="4819650" y="5956300"/>
          <p14:tracePt t="177044" x="4781550" y="5881688"/>
          <p14:tracePt t="177056" x="4732338" y="5794375"/>
          <p14:tracePt t="177063" x="4706938" y="5656263"/>
          <p14:tracePt t="177074" x="4681538" y="5568950"/>
          <p14:tracePt t="177083" x="4668838" y="5507038"/>
          <p14:tracePt t="177093" x="4643438" y="5418138"/>
          <p14:tracePt t="177102" x="4630738" y="5330825"/>
          <p14:tracePt t="177113" x="4630738" y="5243513"/>
          <p14:tracePt t="177122" x="4630738" y="5143500"/>
          <p14:tracePt t="177132" x="4630738" y="5081588"/>
          <p14:tracePt t="177142" x="4630738" y="4930775"/>
          <p14:tracePt t="177151" x="4656138" y="4818063"/>
          <p14:tracePt t="177161" x="4681538" y="4743450"/>
          <p14:tracePt t="177173" x="4706938" y="4718050"/>
          <p14:tracePt t="177181" x="4732338" y="4692650"/>
          <p14:tracePt t="177192" x="4794250" y="4667250"/>
          <p14:tracePt t="177200" x="4832350" y="4643438"/>
          <p14:tracePt t="177210" x="4881563" y="4643438"/>
          <p14:tracePt t="177220" x="4981575" y="4643438"/>
          <p14:tracePt t="177230" x="5081588" y="4643438"/>
          <p14:tracePt t="177240" x="5194300" y="4667250"/>
          <p14:tracePt t="177249" x="5270500" y="4705350"/>
          <p14:tracePt t="177258" x="5357813" y="4756150"/>
          <p14:tracePt t="177268" x="5407025" y="4792663"/>
          <p14:tracePt t="177277" x="5470525" y="4818063"/>
          <p14:tracePt t="177288" x="5532438" y="4868863"/>
          <p14:tracePt t="177297" x="5557838" y="4892675"/>
          <p14:tracePt t="177307" x="5570538" y="4905375"/>
          <p14:tracePt t="177316" x="5583238" y="4905375"/>
          <p14:tracePt t="177327" x="5595938" y="4918075"/>
          <p14:tracePt t="177337" x="5595938" y="4930775"/>
          <p14:tracePt t="177346" x="5619750" y="4943475"/>
          <p14:tracePt t="177356" x="5619750" y="4956175"/>
          <p14:tracePt t="177366" x="5619750" y="4968875"/>
          <p14:tracePt t="177375" x="5619750" y="4981575"/>
          <p14:tracePt t="177385" x="5619750" y="5018088"/>
          <p14:tracePt t="177395" x="5619750" y="5030788"/>
          <p14:tracePt t="177896" x="5619750" y="5043488"/>
          <p14:tracePt t="177907" x="5619750" y="5056188"/>
          <p14:tracePt t="177915" x="5619750" y="5105400"/>
          <p14:tracePt t="177923" x="5619750" y="5143500"/>
          <p14:tracePt t="177935" x="5619750" y="5181600"/>
          <p14:tracePt t="177945" x="5619750" y="5218113"/>
          <p14:tracePt t="177956" x="5619750" y="5243513"/>
          <p14:tracePt t="177964" x="5619750" y="5268913"/>
          <p14:tracePt t="177976" x="5619750" y="5281613"/>
          <p14:tracePt t="177982" x="5619750" y="5305425"/>
          <p14:tracePt t="177992" x="5632450" y="5318125"/>
          <p14:tracePt t="178002" x="5645150" y="5343525"/>
          <p14:tracePt t="178012" x="5645150" y="5356225"/>
          <p14:tracePt t="178022" x="5645150" y="5368925"/>
          <p14:tracePt t="178032" x="5657850" y="5394325"/>
          <p14:tracePt t="178041" x="5670550" y="5407025"/>
          <p14:tracePt t="178057" x="5670550" y="5430838"/>
          <p14:tracePt t="178061" x="5670550" y="5443538"/>
          <p14:tracePt t="178080" x="5683250" y="5456238"/>
          <p14:tracePt t="178091" x="5683250" y="5468938"/>
          <p14:tracePt t="178217" x="5695950" y="5468938"/>
          <p14:tracePt t="179291" x="5683250" y="5468938"/>
          <p14:tracePt t="179301" x="5670550" y="5468938"/>
          <p14:tracePt t="179321" x="5645150" y="5443538"/>
          <p14:tracePt t="179329" x="5632450" y="5430838"/>
          <p14:tracePt t="179340" x="5595938" y="5407025"/>
          <p14:tracePt t="179349" x="5570538" y="5368925"/>
          <p14:tracePt t="179359" x="5545138" y="5330825"/>
          <p14:tracePt t="179369" x="5495925" y="5268913"/>
          <p14:tracePt t="179379" x="5457825" y="5194300"/>
          <p14:tracePt t="179389" x="5419725" y="5168900"/>
          <p14:tracePt t="179398" x="5394325" y="5118100"/>
          <p14:tracePt t="179409" x="5370513" y="5081588"/>
          <p14:tracePt t="179418" x="5332413" y="5043488"/>
          <p14:tracePt t="179429" x="5307013" y="5018088"/>
          <p14:tracePt t="179437" x="5307013" y="5005388"/>
          <p14:tracePt t="179448" x="5281613" y="4981575"/>
          <p14:tracePt t="179457" x="5270500" y="4968875"/>
          <p14:tracePt t="179468" x="5257800" y="4956175"/>
          <p14:tracePt t="179489" x="5245100" y="4943475"/>
          <p14:tracePt t="179498" x="5245100" y="4930775"/>
          <p14:tracePt t="179509" x="5232400" y="4930775"/>
          <p14:tracePt t="179517" x="5232400" y="4918075"/>
          <p14:tracePt t="179527" x="5219700" y="4892675"/>
          <p14:tracePt t="179536" x="5207000" y="4892675"/>
          <p14:tracePt t="180045" x="5194300" y="4868863"/>
          <p14:tracePt t="180059" x="5181600" y="4843463"/>
          <p14:tracePt t="180066" x="5170488" y="4805363"/>
          <p14:tracePt t="180074" x="5157788" y="4743450"/>
          <p14:tracePt t="180084" x="5145088" y="4667250"/>
          <p14:tracePt t="180093" x="5094288" y="4530725"/>
          <p14:tracePt t="180106" x="5068888" y="4418013"/>
          <p14:tracePt t="180112" x="5045075" y="4267200"/>
          <p14:tracePt t="180123" x="5019675" y="4154488"/>
          <p14:tracePt t="180132" x="4994275" y="4017963"/>
          <p14:tracePt t="180142" x="4968875" y="3954463"/>
          <p14:tracePt t="180151" x="4932363" y="3841750"/>
          <p14:tracePt t="180161" x="4919663" y="3803650"/>
          <p14:tracePt t="180171" x="4894263" y="3754438"/>
          <p14:tracePt t="180181" x="4894263" y="3741738"/>
          <p14:tracePt t="180190" x="4894263" y="3729038"/>
          <p14:tracePt t="180200" x="4881563" y="3716338"/>
          <p14:tracePt t="180209" x="4881563" y="3703638"/>
          <p14:tracePt t="180221" x="4868863" y="3703638"/>
          <p14:tracePt t="180239" x="4868863" y="3692525"/>
          <p14:tracePt t="180268" x="4868863" y="3667125"/>
          <p14:tracePt t="181052" x="4856163" y="3667125"/>
          <p14:tracePt t="181062" x="4856163" y="3654425"/>
          <p14:tracePt t="181090" x="4843463" y="3629025"/>
          <p14:tracePt t="181100" x="4832350" y="3616325"/>
          <p14:tracePt t="181109" x="4819650" y="3579813"/>
          <p14:tracePt t="181121" x="4806950" y="3529013"/>
          <p14:tracePt t="181129" x="4768850" y="3467100"/>
          <p14:tracePt t="181139" x="4743450" y="3367088"/>
          <p14:tracePt t="181148" x="4706938" y="3254375"/>
          <p14:tracePt t="181159" x="4694238" y="3216275"/>
          <p14:tracePt t="181168" x="4668838" y="3141663"/>
          <p14:tracePt t="181178" x="4656138" y="3116263"/>
          <p14:tracePt t="181188" x="4656138" y="3090863"/>
          <p14:tracePt t="181197" x="4643438" y="3065463"/>
          <p14:tracePt t="181207" x="4643438" y="3041650"/>
          <p14:tracePt t="181217" x="4630738" y="3028950"/>
          <p14:tracePt t="181238" x="4630738" y="3016250"/>
          <p14:tracePt t="181246" x="4619625" y="3003550"/>
          <p14:tracePt t="181285" x="4619625" y="2990850"/>
          <p14:tracePt t="181363" x="4619625" y="2978150"/>
          <p14:tracePt t="181392" x="4619625" y="2965450"/>
          <p14:tracePt t="181412" x="4619625" y="2952750"/>
          <p14:tracePt t="181433" x="4619625" y="2941638"/>
          <p14:tracePt t="181443" x="4606925" y="2928938"/>
          <p14:tracePt t="181453" x="4606925" y="2916238"/>
          <p14:tracePt t="181461" x="4606925" y="2903538"/>
          <p14:tracePt t="181472" x="4606925" y="2878138"/>
          <p14:tracePt t="181481" x="4606925" y="2865438"/>
          <p14:tracePt t="181490" x="4594225" y="2852738"/>
          <p14:tracePt t="181501" x="4594225" y="2816225"/>
          <p14:tracePt t="181510" x="4594225" y="2778125"/>
          <p14:tracePt t="181522" x="4581525" y="2752725"/>
          <p14:tracePt t="181531" x="4581525" y="2740025"/>
          <p14:tracePt t="181540" x="4568825" y="2728913"/>
          <p14:tracePt t="181550" x="4568825" y="2703513"/>
          <p14:tracePt t="181570" x="4568825" y="2690813"/>
          <p14:tracePt t="181579" x="4556125" y="2678113"/>
          <p14:tracePt t="181588" x="4556125" y="2665413"/>
          <p14:tracePt t="181608" x="4543425" y="2652713"/>
          <p14:tracePt t="181618" x="4543425" y="2640013"/>
          <p14:tracePt t="181627" x="4543425" y="2627313"/>
          <p14:tracePt t="181638" x="4543425" y="2616200"/>
          <p14:tracePt t="182147" x="4543425" y="2640013"/>
          <p14:tracePt t="182155" x="4530725" y="2678113"/>
          <p14:tracePt t="182165" x="4506913" y="2728913"/>
          <p14:tracePt t="182174" x="4494213" y="2803525"/>
          <p14:tracePt t="182185" x="4468813" y="2890838"/>
          <p14:tracePt t="182194" x="4443413" y="3016250"/>
          <p14:tracePt t="182205" x="4418013" y="3141663"/>
          <p14:tracePt t="182213" x="4394200" y="3316288"/>
          <p14:tracePt t="182224" x="4368800" y="3429000"/>
          <p14:tracePt t="182233" x="4318000" y="3590925"/>
          <p14:tracePt t="182243" x="4294188" y="3692525"/>
          <p14:tracePt t="182255" x="4268788" y="3792538"/>
          <p14:tracePt t="182263" x="4243388" y="3879850"/>
          <p14:tracePt t="182273" x="4217988" y="4017963"/>
          <p14:tracePt t="182282" x="4192588" y="4117975"/>
          <p14:tracePt t="182293" x="4168775" y="4267200"/>
          <p14:tracePt t="182302" x="4156075" y="4405313"/>
          <p14:tracePt t="182311" x="4143375" y="4479925"/>
          <p14:tracePt t="182321" x="4117975" y="4530725"/>
          <p14:tracePt t="182330" x="4105275" y="4567238"/>
          <p14:tracePt t="182340" x="4092575" y="4592638"/>
          <p14:tracePt t="182350" x="4092575" y="4605338"/>
          <p14:tracePt t="182360" x="4081463" y="4630738"/>
          <p14:tracePt t="182370" x="4068763" y="4630738"/>
          <p14:tracePt t="184062" x="4068763" y="4643438"/>
          <p14:tracePt t="184081" x="4068763" y="4656138"/>
          <p14:tracePt t="184090" x="4068763" y="4667250"/>
          <p14:tracePt t="184101" x="4081463" y="4705350"/>
          <p14:tracePt t="184110" x="4130675" y="4768850"/>
          <p14:tracePt t="184121" x="4181475" y="4856163"/>
          <p14:tracePt t="184129" x="4243388" y="4956175"/>
          <p14:tracePt t="184141" x="4294188" y="5005388"/>
          <p14:tracePt t="184149" x="4343400" y="5068888"/>
          <p14:tracePt t="184158" x="4368800" y="5092700"/>
          <p14:tracePt t="184168" x="4394200" y="5143500"/>
          <p14:tracePt t="184178" x="4418013" y="5156200"/>
          <p14:tracePt t="184188" x="4430713" y="5181600"/>
          <p14:tracePt t="184198" x="4443413" y="5194300"/>
          <p14:tracePt t="184207" x="4456113" y="5218113"/>
          <p14:tracePt t="184219" x="4468813" y="5230813"/>
          <p14:tracePt t="184231" x="4481513" y="5256213"/>
          <p14:tracePt t="184239" x="4494213" y="5268913"/>
          <p14:tracePt t="184247" x="4506913" y="5294313"/>
          <p14:tracePt t="184258" x="4518025" y="5318125"/>
          <p14:tracePt t="184266" x="4543425" y="5343525"/>
          <p14:tracePt t="184277" x="4543425" y="5368925"/>
          <p14:tracePt t="184296" x="4556125" y="5381625"/>
          <p14:tracePt t="185078" x="4543425" y="5381625"/>
          <p14:tracePt t="185106" x="4530725" y="5381625"/>
          <p14:tracePt t="185146" x="4518025" y="5381625"/>
          <p14:tracePt t="185224" x="4543425" y="5407025"/>
          <p14:tracePt t="185234" x="4556125" y="5430838"/>
          <p14:tracePt t="185243" x="4594225" y="5456238"/>
          <p14:tracePt t="185254" x="4606925" y="5468938"/>
          <p14:tracePt t="185263" x="4619625" y="5481638"/>
          <p14:tracePt t="185273" x="4643438" y="5494338"/>
          <p14:tracePt t="185282" x="4668838" y="5494338"/>
          <p14:tracePt t="185293" x="4694238" y="5494338"/>
          <p14:tracePt t="185304" x="4719638" y="5494338"/>
          <p14:tracePt t="185312" x="4743450" y="5481638"/>
          <p14:tracePt t="185322" x="4794250" y="5468938"/>
          <p14:tracePt t="185332" x="4832350" y="5430838"/>
          <p14:tracePt t="185341" x="4856163" y="5407025"/>
          <p14:tracePt t="185352" x="4894263" y="5368925"/>
          <p14:tracePt t="185360" x="4919663" y="5330825"/>
          <p14:tracePt t="185371" x="4956175" y="5281613"/>
          <p14:tracePt t="185380" x="4994275" y="5230813"/>
          <p14:tracePt t="185389" x="5006975" y="5168900"/>
          <p14:tracePt t="185399" x="5006975" y="5118100"/>
          <p14:tracePt t="185408" x="5019675" y="5030788"/>
          <p14:tracePt t="185419" x="5019675" y="4968875"/>
          <p14:tracePt t="185429" x="5019675" y="4879975"/>
          <p14:tracePt t="185439" x="5019675" y="4779963"/>
          <p14:tracePt t="185447" x="4981575" y="4692650"/>
          <p14:tracePt t="185458" x="4956175" y="4630738"/>
          <p14:tracePt t="185469" x="4932363" y="4592638"/>
          <p14:tracePt t="185477" x="4881563" y="4530725"/>
          <p14:tracePt t="185488" x="4843463" y="4479925"/>
          <p14:tracePt t="185497" x="4768850" y="4418013"/>
          <p14:tracePt t="185507" x="4681538" y="4367213"/>
          <p14:tracePt t="185517" x="4581525" y="4330700"/>
          <p14:tracePt t="185527" x="4494213" y="4305300"/>
          <p14:tracePt t="185536" x="4368800" y="4279900"/>
          <p14:tracePt t="185546" x="4281488" y="4279900"/>
          <p14:tracePt t="185556" x="4205288" y="4279900"/>
          <p14:tracePt t="185566" x="4130675" y="4279900"/>
          <p14:tracePt t="185575" x="4030663" y="4318000"/>
          <p14:tracePt t="185586" x="3956050" y="4354513"/>
          <p14:tracePt t="185595" x="3892550" y="4392613"/>
          <p14:tracePt t="185606" x="3856038" y="4430713"/>
          <p14:tracePt t="185615" x="3805238" y="4518025"/>
          <p14:tracePt t="185625" x="3756025" y="4679950"/>
          <p14:tracePt t="185635" x="3705225" y="4918075"/>
          <p14:tracePt t="185644" x="3705225" y="5081588"/>
          <p14:tracePt t="185656" x="3705225" y="5281613"/>
          <p14:tracePt t="185664" x="3743325" y="5481638"/>
          <p14:tracePt t="185674" x="3779838" y="5643563"/>
          <p14:tracePt t="185684" x="3830638" y="5756275"/>
          <p14:tracePt t="185693" x="3892550" y="5894388"/>
          <p14:tracePt t="185705" x="3943350" y="5994400"/>
          <p14:tracePt t="185712" x="4005263" y="6045200"/>
          <p14:tracePt t="185724" x="4056063" y="6107113"/>
          <p14:tracePt t="185732" x="4117975" y="6169025"/>
          <p14:tracePt t="185742" x="4168775" y="6207125"/>
          <p14:tracePt t="185753" x="4256088" y="6257925"/>
          <p14:tracePt t="185762" x="4381500" y="6294438"/>
          <p14:tracePt t="185773" x="4506913" y="6345238"/>
          <p14:tracePt t="185782" x="4594225" y="6357938"/>
          <p14:tracePt t="185791" x="4668838" y="6357938"/>
          <p14:tracePt t="185802" x="4743450" y="6357938"/>
          <p14:tracePt t="185810" x="4832350" y="6307138"/>
          <p14:tracePt t="185821" x="4881563" y="6281738"/>
          <p14:tracePt t="185831" x="4919663" y="6232525"/>
          <p14:tracePt t="185842" x="4968875" y="6194425"/>
          <p14:tracePt t="185850" x="4981575" y="6169025"/>
          <p14:tracePt t="185860" x="5006975" y="6145213"/>
          <p14:tracePt t="185871" x="5032375" y="6107113"/>
          <p14:tracePt t="185879" x="5057775" y="6032500"/>
          <p14:tracePt t="185892" x="5081588" y="6007100"/>
          <p14:tracePt t="185898" x="5081588" y="5994400"/>
          <p14:tracePt t="185909" x="5081588" y="5981700"/>
          <p14:tracePt t="185919" x="5081588" y="5956300"/>
          <p14:tracePt t="185928" x="5094288" y="5945188"/>
          <p14:tracePt t="185948" x="5094288" y="5932488"/>
          <p14:tracePt t="185958" x="5094288" y="5919788"/>
          <p14:tracePt t="185987" x="5094288" y="5907088"/>
          <p14:tracePt t="186007" x="5106988" y="5894388"/>
          <p14:tracePt t="186016" x="5119688" y="5894388"/>
          <p14:tracePt t="186026" x="5119688" y="5868988"/>
          <p14:tracePt t="186036" x="5145088" y="5868988"/>
          <p14:tracePt t="186045" x="5170488" y="5856288"/>
          <p14:tracePt t="186057" x="5207000" y="5832475"/>
          <p14:tracePt t="186065" x="5232400" y="5832475"/>
          <p14:tracePt t="186076" x="5270500" y="5819775"/>
          <p14:tracePt t="186085" x="5307013" y="5819775"/>
          <p14:tracePt t="186094" x="5357813" y="5819775"/>
          <p14:tracePt t="186107" x="5383213" y="5819775"/>
          <p14:tracePt t="186113" x="5432425" y="5819775"/>
          <p14:tracePt t="186125" x="5457825" y="5819775"/>
          <p14:tracePt t="186133" x="5495925" y="5819775"/>
          <p14:tracePt t="186143" x="5519738" y="5819775"/>
          <p14:tracePt t="187101" x="5519738" y="5807075"/>
          <p14:tracePt t="187110" x="5519738" y="5794375"/>
          <p14:tracePt t="187121" x="5507038" y="5781675"/>
          <p14:tracePt t="187129" x="5507038" y="5768975"/>
          <p14:tracePt t="187140" x="5483225" y="5756275"/>
          <p14:tracePt t="187149" x="5457825" y="5743575"/>
          <p14:tracePt t="187159" x="5432425" y="5719763"/>
          <p14:tracePt t="187171" x="5407025" y="5694363"/>
          <p14:tracePt t="187179" x="5357813" y="5668963"/>
          <p14:tracePt t="187190" x="5319713" y="5630863"/>
          <p14:tracePt t="187198" x="5257800" y="5594350"/>
          <p14:tracePt t="187208" x="5170488" y="5556250"/>
          <p14:tracePt t="187222" x="5094288" y="5530850"/>
          <p14:tracePt t="187228" x="4994275" y="5494338"/>
          <p14:tracePt t="187240" x="4894263" y="5481638"/>
          <p14:tracePt t="187247" x="4768850" y="5468938"/>
          <p14:tracePt t="187260" x="4681538" y="5468938"/>
          <p14:tracePt t="187268" x="4606925" y="5468938"/>
          <p14:tracePt t="187277" x="4556125" y="5468938"/>
          <p14:tracePt t="187287" x="4481513" y="5468938"/>
          <p14:tracePt t="187296" x="4418013" y="5494338"/>
          <p14:tracePt t="187306" x="4368800" y="5530850"/>
          <p14:tracePt t="187315" x="4305300" y="5556250"/>
          <p14:tracePt t="187325" x="4243388" y="5607050"/>
          <p14:tracePt t="187337" x="4205288" y="5643563"/>
          <p14:tracePt t="187344" x="4156075" y="5681663"/>
          <p14:tracePt t="187355" x="4130675" y="5732463"/>
          <p14:tracePt t="187364" x="4081463" y="5794375"/>
          <p14:tracePt t="187373" x="4043363" y="5868988"/>
          <p14:tracePt t="187383" x="4017963" y="5919788"/>
          <p14:tracePt t="187393" x="3979863" y="6019800"/>
          <p14:tracePt t="187404" x="3968750" y="6081713"/>
          <p14:tracePt t="187412" x="3956050" y="6107113"/>
          <p14:tracePt t="187423" x="3956050" y="6132513"/>
          <p14:tracePt t="187432" x="3956050" y="6145213"/>
          <p14:tracePt t="187442" x="3956050" y="6157913"/>
          <p14:tracePt t="187462" x="3943350" y="6169025"/>
          <p14:tracePt t="187481" x="3943350" y="6181725"/>
          <p14:tracePt t="187502" x="3943350" y="6194425"/>
          <p14:tracePt t="187510" x="3943350" y="6207125"/>
          <p14:tracePt t="187521" x="3943350" y="6219825"/>
          <p14:tracePt t="187529" x="3943350" y="6232525"/>
          <p14:tracePt t="188429" x="3956050" y="6245225"/>
          <p14:tracePt t="188438" x="3992563" y="6269038"/>
          <p14:tracePt t="188449" x="4030663" y="6307138"/>
          <p14:tracePt t="188458" x="4105275" y="6345238"/>
          <p14:tracePt t="188469" x="4181475" y="6394450"/>
          <p14:tracePt t="188477" x="4256088" y="6432550"/>
          <p14:tracePt t="188488" x="4330700" y="6483350"/>
          <p14:tracePt t="188497" x="4430713" y="6545263"/>
          <p14:tracePt t="188507" x="4530725" y="6607175"/>
          <p14:tracePt t="188517" x="4619625" y="6657975"/>
          <p14:tracePt t="188527" x="4706938" y="6696075"/>
          <p14:tracePt t="188537" x="4794250" y="6745288"/>
          <p14:tracePt t="188547" x="4856163" y="6770688"/>
          <p14:tracePt t="188556" x="4906963" y="6807200"/>
          <p14:tracePt t="188566" x="4956175" y="6832600"/>
          <p14:tracePt t="189407" x="5045075" y="6796088"/>
          <p14:tracePt t="189416" x="5081588" y="6645275"/>
          <p14:tracePt t="189426" x="5132388" y="6281738"/>
          <p14:tracePt t="189435" x="5170488" y="6019800"/>
          <p14:tracePt t="189445" x="5194300" y="5868988"/>
          <p14:tracePt t="189455" x="5257800" y="5668963"/>
          <p14:tracePt t="189465" x="5294313" y="5568950"/>
          <p14:tracePt t="189474" x="5332413" y="5443538"/>
          <p14:tracePt t="189485" x="5370513" y="5368925"/>
          <p14:tracePt t="189494" x="5407025" y="5281613"/>
          <p14:tracePt t="189504" x="5432425" y="5230813"/>
          <p14:tracePt t="189513" x="5445125" y="5181600"/>
          <p14:tracePt t="189523" x="5445125" y="5168900"/>
          <p14:tracePt t="189533" x="5470525" y="5156200"/>
          <p14:tracePt t="189553" x="5470525" y="5143500"/>
          <p14:tracePt t="189572" x="5470525" y="5130800"/>
          <p14:tracePt t="190356" x="5457825" y="5105400"/>
          <p14:tracePt t="190366" x="5432425" y="5092700"/>
          <p14:tracePt t="190374" x="5394325" y="5081588"/>
          <p14:tracePt t="190386" x="5370513" y="5056188"/>
          <p14:tracePt t="190394" x="5332413" y="5043488"/>
          <p14:tracePt t="190405" x="5270500" y="5005388"/>
          <p14:tracePt t="190413" x="5219700" y="4968875"/>
          <p14:tracePt t="190423" x="5145088" y="4918075"/>
          <p14:tracePt t="190432" x="5057775" y="4843463"/>
          <p14:tracePt t="190442" x="4968875" y="4779963"/>
          <p14:tracePt t="190452" x="4832350" y="4679950"/>
          <p14:tracePt t="190462" x="4706938" y="4579938"/>
          <p14:tracePt t="190471" x="4556125" y="4467225"/>
          <p14:tracePt t="190481" x="4430713" y="4367213"/>
          <p14:tracePt t="190490" x="4268788" y="4230688"/>
          <p14:tracePt t="190502" x="4117975" y="4117975"/>
          <p14:tracePt t="190510" x="3992563" y="4005263"/>
          <p14:tracePt t="190521" x="3879850" y="3892550"/>
          <p14:tracePt t="190531" x="3805238" y="3816350"/>
          <p14:tracePt t="190540" x="3705225" y="3729038"/>
          <p14:tracePt t="190550" x="3667125" y="3667125"/>
          <p14:tracePt t="190559" x="3617913" y="3629025"/>
          <p14:tracePt t="190570" x="3592513" y="3603625"/>
          <p14:tracePt t="190579" x="3567113" y="3579813"/>
          <p14:tracePt t="190590" x="3541713" y="3554413"/>
          <p14:tracePt t="190599" x="3517900" y="3529013"/>
          <p14:tracePt t="191518" x="3541713" y="3529013"/>
          <p14:tracePt t="191527" x="3605213" y="3529013"/>
          <p14:tracePt t="191537" x="3692525" y="3541713"/>
          <p14:tracePt t="191546" x="3805238" y="3554413"/>
          <p14:tracePt t="191557" x="3992563" y="3590925"/>
          <p14:tracePt t="191566" x="4143375" y="3603625"/>
          <p14:tracePt t="191576" x="4281488" y="3629025"/>
          <p14:tracePt t="191587" x="4468813" y="3667125"/>
          <p14:tracePt t="191596" x="4643438" y="3679825"/>
          <p14:tracePt t="191606" x="4832350" y="3716338"/>
          <p14:tracePt t="191615" x="4932363" y="3729038"/>
          <p14:tracePt t="191625" x="5032375" y="3754438"/>
          <p14:tracePt t="191635" x="5157788" y="3779838"/>
          <p14:tracePt t="191644" x="5219700" y="3792538"/>
          <p14:tracePt t="191655" x="5281613" y="3803650"/>
          <p14:tracePt t="191664" x="5319713" y="3816350"/>
          <p14:tracePt t="191674" x="5345113" y="3816350"/>
          <p14:tracePt t="191684" x="5357813" y="3816350"/>
          <p14:tracePt t="191694" x="5383213" y="3829050"/>
          <p14:tracePt t="193230" x="5370513" y="3829050"/>
          <p14:tracePt t="193240" x="5357813" y="3829050"/>
          <p14:tracePt t="193249" x="5332413" y="3829050"/>
          <p14:tracePt t="193258" x="5245100" y="3803650"/>
          <p14:tracePt t="193269" x="5157788" y="3754438"/>
          <p14:tracePt t="193277" x="4994275" y="3629025"/>
          <p14:tracePt t="193287" x="4868863" y="3541713"/>
          <p14:tracePt t="193296" x="4630738" y="3416300"/>
          <p14:tracePt t="193306" x="4268788" y="3216275"/>
          <p14:tracePt t="193315" x="3943350" y="3028950"/>
          <p14:tracePt t="193325" x="3567113" y="2816225"/>
          <p14:tracePt t="193335" x="3028950" y="2478088"/>
          <p14:tracePt t="193345" x="2641600" y="2127250"/>
          <p14:tracePt t="193355" x="2065338" y="1676400"/>
          <p14:tracePt t="193365" x="1714500" y="1389063"/>
          <p14:tracePt t="193375" x="1314450" y="1025525"/>
          <p14:tracePt t="193387" x="1050925" y="763588"/>
          <p14:tracePt t="193395" x="863600" y="563563"/>
          <p14:tracePt t="193405" x="725488" y="412750"/>
          <p14:tracePt t="193415" x="625475" y="338138"/>
          <p14:tracePt t="193424" x="550863" y="263525"/>
          <p14:tracePt t="193438" x="512763" y="238125"/>
          <p14:tracePt t="193444" x="488950" y="212725"/>
          <p14:tracePt t="193455" x="463550" y="212725"/>
          <p14:tracePt t="193738" x="438150" y="174625"/>
          <p14:tracePt t="193747" x="363538" y="112713"/>
          <p14:tracePt t="193759" x="250825" y="5080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CC47A0F-4A0D-425D-AB7A-952BC76AB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9375" y="2160588"/>
            <a:ext cx="6913287" cy="3881437"/>
          </a:xfrm>
        </p:spPr>
      </p:pic>
    </p:spTree>
    <p:extLst>
      <p:ext uri="{BB962C8B-B14F-4D97-AF65-F5344CB8AC3E}">
        <p14:creationId xmlns:p14="http://schemas.microsoft.com/office/powerpoint/2010/main" val="15281010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Naranja amaril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903</TotalTime>
  <Words>181</Words>
  <Application>Microsoft Office PowerPoint</Application>
  <PresentationFormat>Panorámica</PresentationFormat>
  <Paragraphs>44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Arial Unicode MS</vt:lpstr>
      <vt:lpstr>Trebuchet MS</vt:lpstr>
      <vt:lpstr>Wingdings 3</vt:lpstr>
      <vt:lpstr>Faceta</vt:lpstr>
      <vt:lpstr>Presentación de PowerPoint</vt:lpstr>
      <vt:lpstr>Presentación de PowerPoint</vt:lpstr>
      <vt:lpstr>Presentación de PowerPoint</vt:lpstr>
      <vt:lpstr>GENERADOR SEGURO DE CONTRASEÑAS DIAGRAMA DE FLUJO</vt:lpstr>
      <vt:lpstr>Presentación de PowerPoint</vt:lpstr>
      <vt:lpstr>Programa en Phyton: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BASTIDAS ZURITA MICHAEL</dc:creator>
  <cp:lastModifiedBy>BASTIDAS ZURITA MICHAEL</cp:lastModifiedBy>
  <cp:revision>16</cp:revision>
  <dcterms:created xsi:type="dcterms:W3CDTF">2025-11-22T01:47:02Z</dcterms:created>
  <dcterms:modified xsi:type="dcterms:W3CDTF">2025-12-19T23:55:39Z</dcterms:modified>
</cp:coreProperties>
</file>